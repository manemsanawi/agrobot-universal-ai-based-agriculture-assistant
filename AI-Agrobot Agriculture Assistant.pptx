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670" r:id="rId2"/>
    <p:sldMasterId id="2147483658" r:id="rId3"/>
  </p:sldMasterIdLst>
  <p:notesMasterIdLst>
    <p:notesMasterId r:id="rId15"/>
  </p:notesMasterIdLst>
  <p:sldIdLst>
    <p:sldId id="256" r:id="rId4"/>
    <p:sldId id="257" r:id="rId5"/>
    <p:sldId id="258" r:id="rId6"/>
    <p:sldId id="259" r:id="rId7"/>
    <p:sldId id="260" r:id="rId8"/>
    <p:sldId id="261" r:id="rId9"/>
    <p:sldId id="264" r:id="rId10"/>
    <p:sldId id="265" r:id="rId11"/>
    <p:sldId id="262" r:id="rId12"/>
    <p:sldId id="266" r:id="rId13"/>
    <p:sldId id="263" r:id="rId14"/>
  </p:sldIdLst>
  <p:sldSz cx="14630400" cy="8229600"/>
  <p:notesSz cx="8229600" cy="14630400"/>
  <p:embeddedFontLst>
    <p:embeddedFont>
      <p:font typeface="Inter" panose="020B0604020202020204" charset="0"/>
      <p:regular r:id="rId16"/>
    </p:embeddedFont>
    <p:embeddedFont>
      <p:font typeface="Libre Baskerville" panose="02000000000000000000" pitchFamily="2" charset="0"/>
      <p:regular r:id="rId17"/>
      <p:bold r:id="rId18"/>
      <p:italic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font" Target="fonts/font3.fntdata"/><Relationship Id="rId3" Type="http://schemas.openxmlformats.org/officeDocument/2006/relationships/slideMaster" Target="slideMasters/slideMaster3.xml"/><Relationship Id="rId21"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font" Target="fonts/font2.fntdata"/><Relationship Id="rId2" Type="http://schemas.openxmlformats.org/officeDocument/2006/relationships/slideMaster" Target="slideMasters/slideMaster2.xml"/><Relationship Id="rId16" Type="http://schemas.openxmlformats.org/officeDocument/2006/relationships/font" Target="fonts/font1.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microsoft.com/office/2016/11/relationships/changesInfo" Target="changesInfos/changesInfo1.xml"/><Relationship Id="rId5" Type="http://schemas.openxmlformats.org/officeDocument/2006/relationships/slide" Target="slides/slide2.xml"/><Relationship Id="rId15" Type="http://schemas.openxmlformats.org/officeDocument/2006/relationships/notesMaster" Target="notesMasters/notesMaster1.xml"/><Relationship Id="rId23"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font" Target="fonts/font4.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avi manem" userId="8255efb181dd923e" providerId="LiveId" clId="{2FD02C03-E263-4C0A-8CE7-C2A2B8CE7646}"/>
    <pc:docChg chg="custSel modSld">
      <pc:chgData name="Sanavi manem" userId="8255efb181dd923e" providerId="LiveId" clId="{2FD02C03-E263-4C0A-8CE7-C2A2B8CE7646}" dt="2026-04-03T13:32:41.543" v="5" actId="1076"/>
      <pc:docMkLst>
        <pc:docMk/>
      </pc:docMkLst>
      <pc:sldChg chg="addSp delSp modSp mod">
        <pc:chgData name="Sanavi manem" userId="8255efb181dd923e" providerId="LiveId" clId="{2FD02C03-E263-4C0A-8CE7-C2A2B8CE7646}" dt="2026-04-03T13:32:41.543" v="5" actId="1076"/>
        <pc:sldMkLst>
          <pc:docMk/>
          <pc:sldMk cId="2161792942" sldId="264"/>
        </pc:sldMkLst>
        <pc:picChg chg="add mod">
          <ac:chgData name="Sanavi manem" userId="8255efb181dd923e" providerId="LiveId" clId="{2FD02C03-E263-4C0A-8CE7-C2A2B8CE7646}" dt="2026-04-03T13:32:41.543" v="5" actId="1076"/>
          <ac:picMkLst>
            <pc:docMk/>
            <pc:sldMk cId="2161792942" sldId="264"/>
            <ac:picMk id="3" creationId="{C3D1DDCD-E3D3-497A-43FA-C3FE32C77725}"/>
          </ac:picMkLst>
        </pc:picChg>
        <pc:picChg chg="del">
          <ac:chgData name="Sanavi manem" userId="8255efb181dd923e" providerId="LiveId" clId="{2FD02C03-E263-4C0A-8CE7-C2A2B8CE7646}" dt="2026-04-03T13:32:18.015" v="0" actId="478"/>
          <ac:picMkLst>
            <pc:docMk/>
            <pc:sldMk cId="2161792942" sldId="264"/>
            <ac:picMk id="5" creationId="{84FA77D7-EFCA-16EC-36FE-ACD7AEB3899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33596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3652D"/>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C57CA-4BCB-45AE-9ED7-5CF8D3821A2A}"/>
              </a:ext>
            </a:extLst>
          </p:cNvPr>
          <p:cNvSpPr>
            <a:spLocks noGrp="1"/>
          </p:cNvSpPr>
          <p:nvPr>
            <p:ph type="ctrTitle"/>
          </p:nvPr>
        </p:nvSpPr>
        <p:spPr>
          <a:xfrm>
            <a:off x="1828800" y="1346200"/>
            <a:ext cx="10972800" cy="2865438"/>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167793D-C3BB-CE06-6798-89F361E06ACC}"/>
              </a:ext>
            </a:extLst>
          </p:cNvPr>
          <p:cNvSpPr>
            <a:spLocks noGrp="1"/>
          </p:cNvSpPr>
          <p:nvPr>
            <p:ph type="subTitle" idx="1"/>
          </p:nvPr>
        </p:nvSpPr>
        <p:spPr>
          <a:xfrm>
            <a:off x="1828800" y="4322763"/>
            <a:ext cx="10972800" cy="19859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CF3D8FB-AE57-0D2D-8CBA-8E36FF6A926F}"/>
              </a:ext>
            </a:extLst>
          </p:cNvPr>
          <p:cNvSpPr>
            <a:spLocks noGrp="1"/>
          </p:cNvSpPr>
          <p:nvPr>
            <p:ph type="dt" sz="half" idx="10"/>
          </p:nvPr>
        </p:nvSpPr>
        <p:spPr/>
        <p:txBody>
          <a:bodyPr/>
          <a:lstStyle/>
          <a:p>
            <a:fld id="{2FA291D0-FFDA-4DC3-BF60-F73A1CE3A98A}" type="datetimeFigureOut">
              <a:rPr lang="en-IN" smtClean="0"/>
              <a:t>03-04-2026</a:t>
            </a:fld>
            <a:endParaRPr lang="en-IN"/>
          </a:p>
        </p:txBody>
      </p:sp>
      <p:sp>
        <p:nvSpPr>
          <p:cNvPr id="5" name="Footer Placeholder 4">
            <a:extLst>
              <a:ext uri="{FF2B5EF4-FFF2-40B4-BE49-F238E27FC236}">
                <a16:creationId xmlns:a16="http://schemas.microsoft.com/office/drawing/2014/main" id="{4742B610-C5D3-3E82-10A7-14CD472458B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6C545D-CD85-CABA-7E58-44A6B5012B24}"/>
              </a:ext>
            </a:extLst>
          </p:cNvPr>
          <p:cNvSpPr>
            <a:spLocks noGrp="1"/>
          </p:cNvSpPr>
          <p:nvPr>
            <p:ph type="sldNum" sz="quarter" idx="12"/>
          </p:nvPr>
        </p:nvSpPr>
        <p:spPr/>
        <p:txBody>
          <a:bodyPr/>
          <a:lstStyle/>
          <a:p>
            <a:fld id="{E355D040-A04C-490B-9218-08E8FBDC9680}" type="slidenum">
              <a:rPr lang="en-IN" smtClean="0"/>
              <a:t>‹#›</a:t>
            </a:fld>
            <a:endParaRPr lang="en-IN"/>
          </a:p>
        </p:txBody>
      </p:sp>
    </p:spTree>
    <p:extLst>
      <p:ext uri="{BB962C8B-B14F-4D97-AF65-F5344CB8AC3E}">
        <p14:creationId xmlns:p14="http://schemas.microsoft.com/office/powerpoint/2010/main" val="13852806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629E6-DB08-A97B-2CB4-F675063055C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3CA8BFB-1F66-08E8-FC08-11F6D47E6CF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A46EBF-52F4-6F6C-9492-92CA3DE9946F}"/>
              </a:ext>
            </a:extLst>
          </p:cNvPr>
          <p:cNvSpPr>
            <a:spLocks noGrp="1"/>
          </p:cNvSpPr>
          <p:nvPr>
            <p:ph type="dt" sz="half" idx="10"/>
          </p:nvPr>
        </p:nvSpPr>
        <p:spPr/>
        <p:txBody>
          <a:bodyPr/>
          <a:lstStyle/>
          <a:p>
            <a:fld id="{2FA291D0-FFDA-4DC3-BF60-F73A1CE3A98A}" type="datetimeFigureOut">
              <a:rPr lang="en-IN" smtClean="0"/>
              <a:t>03-04-2026</a:t>
            </a:fld>
            <a:endParaRPr lang="en-IN"/>
          </a:p>
        </p:txBody>
      </p:sp>
      <p:sp>
        <p:nvSpPr>
          <p:cNvPr id="5" name="Footer Placeholder 4">
            <a:extLst>
              <a:ext uri="{FF2B5EF4-FFF2-40B4-BE49-F238E27FC236}">
                <a16:creationId xmlns:a16="http://schemas.microsoft.com/office/drawing/2014/main" id="{A8271D89-A505-A769-73EA-2B3D42B9B1A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C83E6D-CA05-F44D-8E8D-1BBE71CB7BAE}"/>
              </a:ext>
            </a:extLst>
          </p:cNvPr>
          <p:cNvSpPr>
            <a:spLocks noGrp="1"/>
          </p:cNvSpPr>
          <p:nvPr>
            <p:ph type="sldNum" sz="quarter" idx="12"/>
          </p:nvPr>
        </p:nvSpPr>
        <p:spPr/>
        <p:txBody>
          <a:bodyPr/>
          <a:lstStyle/>
          <a:p>
            <a:fld id="{E355D040-A04C-490B-9218-08E8FBDC9680}" type="slidenum">
              <a:rPr lang="en-IN" smtClean="0"/>
              <a:t>‹#›</a:t>
            </a:fld>
            <a:endParaRPr lang="en-IN"/>
          </a:p>
        </p:txBody>
      </p:sp>
    </p:spTree>
    <p:extLst>
      <p:ext uri="{BB962C8B-B14F-4D97-AF65-F5344CB8AC3E}">
        <p14:creationId xmlns:p14="http://schemas.microsoft.com/office/powerpoint/2010/main" val="41105664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6B778-FE4B-C154-DECA-758341809835}"/>
              </a:ext>
            </a:extLst>
          </p:cNvPr>
          <p:cNvSpPr>
            <a:spLocks noGrp="1"/>
          </p:cNvSpPr>
          <p:nvPr>
            <p:ph type="title"/>
          </p:nvPr>
        </p:nvSpPr>
        <p:spPr>
          <a:xfrm>
            <a:off x="998538" y="2051050"/>
            <a:ext cx="12619037" cy="3424238"/>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5C078CD-8A93-CBEE-1660-A7D88B5E87C1}"/>
              </a:ext>
            </a:extLst>
          </p:cNvPr>
          <p:cNvSpPr>
            <a:spLocks noGrp="1"/>
          </p:cNvSpPr>
          <p:nvPr>
            <p:ph type="body" idx="1"/>
          </p:nvPr>
        </p:nvSpPr>
        <p:spPr>
          <a:xfrm>
            <a:off x="998538" y="5507038"/>
            <a:ext cx="12619037" cy="1800225"/>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FF5DA7-6B0A-904F-9387-A2C4AEA894E8}"/>
              </a:ext>
            </a:extLst>
          </p:cNvPr>
          <p:cNvSpPr>
            <a:spLocks noGrp="1"/>
          </p:cNvSpPr>
          <p:nvPr>
            <p:ph type="dt" sz="half" idx="10"/>
          </p:nvPr>
        </p:nvSpPr>
        <p:spPr/>
        <p:txBody>
          <a:bodyPr/>
          <a:lstStyle/>
          <a:p>
            <a:fld id="{2FA291D0-FFDA-4DC3-BF60-F73A1CE3A98A}" type="datetimeFigureOut">
              <a:rPr lang="en-IN" smtClean="0"/>
              <a:t>03-04-2026</a:t>
            </a:fld>
            <a:endParaRPr lang="en-IN"/>
          </a:p>
        </p:txBody>
      </p:sp>
      <p:sp>
        <p:nvSpPr>
          <p:cNvPr id="5" name="Footer Placeholder 4">
            <a:extLst>
              <a:ext uri="{FF2B5EF4-FFF2-40B4-BE49-F238E27FC236}">
                <a16:creationId xmlns:a16="http://schemas.microsoft.com/office/drawing/2014/main" id="{D36A7722-DED3-4EDA-A35A-1FEC882C3E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4D02F4-1BA0-A1F3-104A-E404F8A2E75F}"/>
              </a:ext>
            </a:extLst>
          </p:cNvPr>
          <p:cNvSpPr>
            <a:spLocks noGrp="1"/>
          </p:cNvSpPr>
          <p:nvPr>
            <p:ph type="sldNum" sz="quarter" idx="12"/>
          </p:nvPr>
        </p:nvSpPr>
        <p:spPr/>
        <p:txBody>
          <a:bodyPr/>
          <a:lstStyle/>
          <a:p>
            <a:fld id="{E355D040-A04C-490B-9218-08E8FBDC9680}" type="slidenum">
              <a:rPr lang="en-IN" smtClean="0"/>
              <a:t>‹#›</a:t>
            </a:fld>
            <a:endParaRPr lang="en-IN"/>
          </a:p>
        </p:txBody>
      </p:sp>
    </p:spTree>
    <p:extLst>
      <p:ext uri="{BB962C8B-B14F-4D97-AF65-F5344CB8AC3E}">
        <p14:creationId xmlns:p14="http://schemas.microsoft.com/office/powerpoint/2010/main" val="30970664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0F929-17E4-A8BF-455F-4D0BA8547E9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9313C0F-B240-6440-71BB-053405C07871}"/>
              </a:ext>
            </a:extLst>
          </p:cNvPr>
          <p:cNvSpPr>
            <a:spLocks noGrp="1"/>
          </p:cNvSpPr>
          <p:nvPr>
            <p:ph sz="half" idx="1"/>
          </p:nvPr>
        </p:nvSpPr>
        <p:spPr>
          <a:xfrm>
            <a:off x="1006475" y="2190750"/>
            <a:ext cx="6232525" cy="5221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17B98BA-C12E-4EE4-6314-CB7A39C22C59}"/>
              </a:ext>
            </a:extLst>
          </p:cNvPr>
          <p:cNvSpPr>
            <a:spLocks noGrp="1"/>
          </p:cNvSpPr>
          <p:nvPr>
            <p:ph sz="half" idx="2"/>
          </p:nvPr>
        </p:nvSpPr>
        <p:spPr>
          <a:xfrm>
            <a:off x="7391400" y="2190750"/>
            <a:ext cx="6232525" cy="5221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EA6B720-6E98-1399-E08D-D8D0A96B1933}"/>
              </a:ext>
            </a:extLst>
          </p:cNvPr>
          <p:cNvSpPr>
            <a:spLocks noGrp="1"/>
          </p:cNvSpPr>
          <p:nvPr>
            <p:ph type="dt" sz="half" idx="10"/>
          </p:nvPr>
        </p:nvSpPr>
        <p:spPr/>
        <p:txBody>
          <a:bodyPr/>
          <a:lstStyle/>
          <a:p>
            <a:fld id="{2FA291D0-FFDA-4DC3-BF60-F73A1CE3A98A}" type="datetimeFigureOut">
              <a:rPr lang="en-IN" smtClean="0"/>
              <a:t>03-04-2026</a:t>
            </a:fld>
            <a:endParaRPr lang="en-IN"/>
          </a:p>
        </p:txBody>
      </p:sp>
      <p:sp>
        <p:nvSpPr>
          <p:cNvPr id="6" name="Footer Placeholder 5">
            <a:extLst>
              <a:ext uri="{FF2B5EF4-FFF2-40B4-BE49-F238E27FC236}">
                <a16:creationId xmlns:a16="http://schemas.microsoft.com/office/drawing/2014/main" id="{A1161192-E534-1FAE-2A8F-37DF6B2376A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0B5C088-E466-6793-376A-E3A6A9FA2AC0}"/>
              </a:ext>
            </a:extLst>
          </p:cNvPr>
          <p:cNvSpPr>
            <a:spLocks noGrp="1"/>
          </p:cNvSpPr>
          <p:nvPr>
            <p:ph type="sldNum" sz="quarter" idx="12"/>
          </p:nvPr>
        </p:nvSpPr>
        <p:spPr/>
        <p:txBody>
          <a:bodyPr/>
          <a:lstStyle/>
          <a:p>
            <a:fld id="{E355D040-A04C-490B-9218-08E8FBDC9680}" type="slidenum">
              <a:rPr lang="en-IN" smtClean="0"/>
              <a:t>‹#›</a:t>
            </a:fld>
            <a:endParaRPr lang="en-IN"/>
          </a:p>
        </p:txBody>
      </p:sp>
    </p:spTree>
    <p:extLst>
      <p:ext uri="{BB962C8B-B14F-4D97-AF65-F5344CB8AC3E}">
        <p14:creationId xmlns:p14="http://schemas.microsoft.com/office/powerpoint/2010/main" val="27517845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9CFC8-9162-5FD1-ED4A-BAB877BDD4F2}"/>
              </a:ext>
            </a:extLst>
          </p:cNvPr>
          <p:cNvSpPr>
            <a:spLocks noGrp="1"/>
          </p:cNvSpPr>
          <p:nvPr>
            <p:ph type="title"/>
          </p:nvPr>
        </p:nvSpPr>
        <p:spPr>
          <a:xfrm>
            <a:off x="1008063" y="438150"/>
            <a:ext cx="12619037" cy="1590675"/>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3A63C89-5134-3568-6CFE-F325EFC7187B}"/>
              </a:ext>
            </a:extLst>
          </p:cNvPr>
          <p:cNvSpPr>
            <a:spLocks noGrp="1"/>
          </p:cNvSpPr>
          <p:nvPr>
            <p:ph type="body" idx="1"/>
          </p:nvPr>
        </p:nvSpPr>
        <p:spPr>
          <a:xfrm>
            <a:off x="1008063" y="2017713"/>
            <a:ext cx="6189662" cy="989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54800AF-AE91-8CCD-9061-7E99021F3598}"/>
              </a:ext>
            </a:extLst>
          </p:cNvPr>
          <p:cNvSpPr>
            <a:spLocks noGrp="1"/>
          </p:cNvSpPr>
          <p:nvPr>
            <p:ph sz="half" idx="2"/>
          </p:nvPr>
        </p:nvSpPr>
        <p:spPr>
          <a:xfrm>
            <a:off x="1008063" y="3006725"/>
            <a:ext cx="6189662" cy="4421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21870E6-D2BA-4259-144C-42233D665183}"/>
              </a:ext>
            </a:extLst>
          </p:cNvPr>
          <p:cNvSpPr>
            <a:spLocks noGrp="1"/>
          </p:cNvSpPr>
          <p:nvPr>
            <p:ph type="body" sz="quarter" idx="3"/>
          </p:nvPr>
        </p:nvSpPr>
        <p:spPr>
          <a:xfrm>
            <a:off x="7407275" y="2017713"/>
            <a:ext cx="6219825" cy="989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0CD9E33-60EB-37E2-81FD-FC3C6D315B2D}"/>
              </a:ext>
            </a:extLst>
          </p:cNvPr>
          <p:cNvSpPr>
            <a:spLocks noGrp="1"/>
          </p:cNvSpPr>
          <p:nvPr>
            <p:ph sz="quarter" idx="4"/>
          </p:nvPr>
        </p:nvSpPr>
        <p:spPr>
          <a:xfrm>
            <a:off x="7407275" y="3006725"/>
            <a:ext cx="6219825" cy="4421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E5DE331-8A79-8EAB-AA30-1E0017A1F453}"/>
              </a:ext>
            </a:extLst>
          </p:cNvPr>
          <p:cNvSpPr>
            <a:spLocks noGrp="1"/>
          </p:cNvSpPr>
          <p:nvPr>
            <p:ph type="dt" sz="half" idx="10"/>
          </p:nvPr>
        </p:nvSpPr>
        <p:spPr/>
        <p:txBody>
          <a:bodyPr/>
          <a:lstStyle/>
          <a:p>
            <a:fld id="{2FA291D0-FFDA-4DC3-BF60-F73A1CE3A98A}" type="datetimeFigureOut">
              <a:rPr lang="en-IN" smtClean="0"/>
              <a:t>03-04-2026</a:t>
            </a:fld>
            <a:endParaRPr lang="en-IN"/>
          </a:p>
        </p:txBody>
      </p:sp>
      <p:sp>
        <p:nvSpPr>
          <p:cNvPr id="8" name="Footer Placeholder 7">
            <a:extLst>
              <a:ext uri="{FF2B5EF4-FFF2-40B4-BE49-F238E27FC236}">
                <a16:creationId xmlns:a16="http://schemas.microsoft.com/office/drawing/2014/main" id="{D099002D-4631-17D0-C300-E5062F52271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489AFE7-07C8-4866-946A-CCDD0E25ECB4}"/>
              </a:ext>
            </a:extLst>
          </p:cNvPr>
          <p:cNvSpPr>
            <a:spLocks noGrp="1"/>
          </p:cNvSpPr>
          <p:nvPr>
            <p:ph type="sldNum" sz="quarter" idx="12"/>
          </p:nvPr>
        </p:nvSpPr>
        <p:spPr/>
        <p:txBody>
          <a:bodyPr/>
          <a:lstStyle/>
          <a:p>
            <a:fld id="{E355D040-A04C-490B-9218-08E8FBDC9680}" type="slidenum">
              <a:rPr lang="en-IN" smtClean="0"/>
              <a:t>‹#›</a:t>
            </a:fld>
            <a:endParaRPr lang="en-IN"/>
          </a:p>
        </p:txBody>
      </p:sp>
    </p:spTree>
    <p:extLst>
      <p:ext uri="{BB962C8B-B14F-4D97-AF65-F5344CB8AC3E}">
        <p14:creationId xmlns:p14="http://schemas.microsoft.com/office/powerpoint/2010/main" val="6088756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CB8CB-3886-7BB2-E1CF-B147D4D34A1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A2E088E-E251-7C11-F60B-D632D70EDC34}"/>
              </a:ext>
            </a:extLst>
          </p:cNvPr>
          <p:cNvSpPr>
            <a:spLocks noGrp="1"/>
          </p:cNvSpPr>
          <p:nvPr>
            <p:ph type="dt" sz="half" idx="10"/>
          </p:nvPr>
        </p:nvSpPr>
        <p:spPr/>
        <p:txBody>
          <a:bodyPr/>
          <a:lstStyle/>
          <a:p>
            <a:fld id="{2FA291D0-FFDA-4DC3-BF60-F73A1CE3A98A}" type="datetimeFigureOut">
              <a:rPr lang="en-IN" smtClean="0"/>
              <a:t>03-04-2026</a:t>
            </a:fld>
            <a:endParaRPr lang="en-IN"/>
          </a:p>
        </p:txBody>
      </p:sp>
      <p:sp>
        <p:nvSpPr>
          <p:cNvPr id="4" name="Footer Placeholder 3">
            <a:extLst>
              <a:ext uri="{FF2B5EF4-FFF2-40B4-BE49-F238E27FC236}">
                <a16:creationId xmlns:a16="http://schemas.microsoft.com/office/drawing/2014/main" id="{721D0ED3-4FD5-CFF0-D9CB-4DAB8FB2B5A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6AC7E96-CF40-92A2-E23D-C0D4BFB609B3}"/>
              </a:ext>
            </a:extLst>
          </p:cNvPr>
          <p:cNvSpPr>
            <a:spLocks noGrp="1"/>
          </p:cNvSpPr>
          <p:nvPr>
            <p:ph type="sldNum" sz="quarter" idx="12"/>
          </p:nvPr>
        </p:nvSpPr>
        <p:spPr/>
        <p:txBody>
          <a:bodyPr/>
          <a:lstStyle/>
          <a:p>
            <a:fld id="{E355D040-A04C-490B-9218-08E8FBDC9680}" type="slidenum">
              <a:rPr lang="en-IN" smtClean="0"/>
              <a:t>‹#›</a:t>
            </a:fld>
            <a:endParaRPr lang="en-IN"/>
          </a:p>
        </p:txBody>
      </p:sp>
    </p:spTree>
    <p:extLst>
      <p:ext uri="{BB962C8B-B14F-4D97-AF65-F5344CB8AC3E}">
        <p14:creationId xmlns:p14="http://schemas.microsoft.com/office/powerpoint/2010/main" val="14707529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A3CCA1-6AD6-C7A0-4C3C-488B9032693D}"/>
              </a:ext>
            </a:extLst>
          </p:cNvPr>
          <p:cNvSpPr>
            <a:spLocks noGrp="1"/>
          </p:cNvSpPr>
          <p:nvPr>
            <p:ph type="dt" sz="half" idx="10"/>
          </p:nvPr>
        </p:nvSpPr>
        <p:spPr/>
        <p:txBody>
          <a:bodyPr/>
          <a:lstStyle/>
          <a:p>
            <a:fld id="{2FA291D0-FFDA-4DC3-BF60-F73A1CE3A98A}" type="datetimeFigureOut">
              <a:rPr lang="en-IN" smtClean="0"/>
              <a:t>03-04-2026</a:t>
            </a:fld>
            <a:endParaRPr lang="en-IN"/>
          </a:p>
        </p:txBody>
      </p:sp>
      <p:sp>
        <p:nvSpPr>
          <p:cNvPr id="3" name="Footer Placeholder 2">
            <a:extLst>
              <a:ext uri="{FF2B5EF4-FFF2-40B4-BE49-F238E27FC236}">
                <a16:creationId xmlns:a16="http://schemas.microsoft.com/office/drawing/2014/main" id="{890566AA-D035-922D-42AC-33912DCA46B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D21A09F-C194-BF1E-D68E-11601C40DC92}"/>
              </a:ext>
            </a:extLst>
          </p:cNvPr>
          <p:cNvSpPr>
            <a:spLocks noGrp="1"/>
          </p:cNvSpPr>
          <p:nvPr>
            <p:ph type="sldNum" sz="quarter" idx="12"/>
          </p:nvPr>
        </p:nvSpPr>
        <p:spPr/>
        <p:txBody>
          <a:bodyPr/>
          <a:lstStyle/>
          <a:p>
            <a:fld id="{E355D040-A04C-490B-9218-08E8FBDC9680}" type="slidenum">
              <a:rPr lang="en-IN" smtClean="0"/>
              <a:t>‹#›</a:t>
            </a:fld>
            <a:endParaRPr lang="en-IN"/>
          </a:p>
        </p:txBody>
      </p:sp>
    </p:spTree>
    <p:extLst>
      <p:ext uri="{BB962C8B-B14F-4D97-AF65-F5344CB8AC3E}">
        <p14:creationId xmlns:p14="http://schemas.microsoft.com/office/powerpoint/2010/main" val="25905109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D1407-E5F7-DA3D-8F13-D43CCAE21089}"/>
              </a:ext>
            </a:extLst>
          </p:cNvPr>
          <p:cNvSpPr>
            <a:spLocks noGrp="1"/>
          </p:cNvSpPr>
          <p:nvPr>
            <p:ph type="title"/>
          </p:nvPr>
        </p:nvSpPr>
        <p:spPr>
          <a:xfrm>
            <a:off x="1008063" y="549275"/>
            <a:ext cx="4718050" cy="1919288"/>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A0B8C7F-C8E5-8B31-F52A-B5B56AEBFB46}"/>
              </a:ext>
            </a:extLst>
          </p:cNvPr>
          <p:cNvSpPr>
            <a:spLocks noGrp="1"/>
          </p:cNvSpPr>
          <p:nvPr>
            <p:ph idx="1"/>
          </p:nvPr>
        </p:nvSpPr>
        <p:spPr>
          <a:xfrm>
            <a:off x="6219825" y="1184275"/>
            <a:ext cx="7407275" cy="58483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A51FB61-1E43-7A21-B7F0-5833548C3A71}"/>
              </a:ext>
            </a:extLst>
          </p:cNvPr>
          <p:cNvSpPr>
            <a:spLocks noGrp="1"/>
          </p:cNvSpPr>
          <p:nvPr>
            <p:ph type="body" sz="half" idx="2"/>
          </p:nvPr>
        </p:nvSpPr>
        <p:spPr>
          <a:xfrm>
            <a:off x="1008063" y="2468563"/>
            <a:ext cx="4718050" cy="45735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BC9F30-06BF-A2EF-B8D3-A31CEF17FC65}"/>
              </a:ext>
            </a:extLst>
          </p:cNvPr>
          <p:cNvSpPr>
            <a:spLocks noGrp="1"/>
          </p:cNvSpPr>
          <p:nvPr>
            <p:ph type="dt" sz="half" idx="10"/>
          </p:nvPr>
        </p:nvSpPr>
        <p:spPr/>
        <p:txBody>
          <a:bodyPr/>
          <a:lstStyle/>
          <a:p>
            <a:fld id="{2FA291D0-FFDA-4DC3-BF60-F73A1CE3A98A}" type="datetimeFigureOut">
              <a:rPr lang="en-IN" smtClean="0"/>
              <a:t>03-04-2026</a:t>
            </a:fld>
            <a:endParaRPr lang="en-IN"/>
          </a:p>
        </p:txBody>
      </p:sp>
      <p:sp>
        <p:nvSpPr>
          <p:cNvPr id="6" name="Footer Placeholder 5">
            <a:extLst>
              <a:ext uri="{FF2B5EF4-FFF2-40B4-BE49-F238E27FC236}">
                <a16:creationId xmlns:a16="http://schemas.microsoft.com/office/drawing/2014/main" id="{6251BB49-40B4-9053-F5EF-FCE41A9BC36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498B246-C1EA-0B38-97FF-B81E5162201D}"/>
              </a:ext>
            </a:extLst>
          </p:cNvPr>
          <p:cNvSpPr>
            <a:spLocks noGrp="1"/>
          </p:cNvSpPr>
          <p:nvPr>
            <p:ph type="sldNum" sz="quarter" idx="12"/>
          </p:nvPr>
        </p:nvSpPr>
        <p:spPr/>
        <p:txBody>
          <a:bodyPr/>
          <a:lstStyle/>
          <a:p>
            <a:fld id="{E355D040-A04C-490B-9218-08E8FBDC9680}" type="slidenum">
              <a:rPr lang="en-IN" smtClean="0"/>
              <a:t>‹#›</a:t>
            </a:fld>
            <a:endParaRPr lang="en-IN"/>
          </a:p>
        </p:txBody>
      </p:sp>
    </p:spTree>
    <p:extLst>
      <p:ext uri="{BB962C8B-B14F-4D97-AF65-F5344CB8AC3E}">
        <p14:creationId xmlns:p14="http://schemas.microsoft.com/office/powerpoint/2010/main" val="5725564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3D5D9-21C5-604B-2277-EF1F5F164850}"/>
              </a:ext>
            </a:extLst>
          </p:cNvPr>
          <p:cNvSpPr>
            <a:spLocks noGrp="1"/>
          </p:cNvSpPr>
          <p:nvPr>
            <p:ph type="title"/>
          </p:nvPr>
        </p:nvSpPr>
        <p:spPr>
          <a:xfrm>
            <a:off x="1008063" y="549275"/>
            <a:ext cx="4718050" cy="1919288"/>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628F389-7362-4F5A-9C05-566AA91ACC43}"/>
              </a:ext>
            </a:extLst>
          </p:cNvPr>
          <p:cNvSpPr>
            <a:spLocks noGrp="1"/>
          </p:cNvSpPr>
          <p:nvPr>
            <p:ph type="pic" idx="1"/>
          </p:nvPr>
        </p:nvSpPr>
        <p:spPr>
          <a:xfrm>
            <a:off x="6219825" y="1184275"/>
            <a:ext cx="7407275" cy="58483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A9503CB-B97C-2D7B-368A-09D78214B38F}"/>
              </a:ext>
            </a:extLst>
          </p:cNvPr>
          <p:cNvSpPr>
            <a:spLocks noGrp="1"/>
          </p:cNvSpPr>
          <p:nvPr>
            <p:ph type="body" sz="half" idx="2"/>
          </p:nvPr>
        </p:nvSpPr>
        <p:spPr>
          <a:xfrm>
            <a:off x="1008063" y="2468563"/>
            <a:ext cx="4718050" cy="45735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668568-9C51-2BD1-AF88-C34668E655C6}"/>
              </a:ext>
            </a:extLst>
          </p:cNvPr>
          <p:cNvSpPr>
            <a:spLocks noGrp="1"/>
          </p:cNvSpPr>
          <p:nvPr>
            <p:ph type="dt" sz="half" idx="10"/>
          </p:nvPr>
        </p:nvSpPr>
        <p:spPr/>
        <p:txBody>
          <a:bodyPr/>
          <a:lstStyle/>
          <a:p>
            <a:fld id="{2FA291D0-FFDA-4DC3-BF60-F73A1CE3A98A}" type="datetimeFigureOut">
              <a:rPr lang="en-IN" smtClean="0"/>
              <a:t>03-04-2026</a:t>
            </a:fld>
            <a:endParaRPr lang="en-IN"/>
          </a:p>
        </p:txBody>
      </p:sp>
      <p:sp>
        <p:nvSpPr>
          <p:cNvPr id="6" name="Footer Placeholder 5">
            <a:extLst>
              <a:ext uri="{FF2B5EF4-FFF2-40B4-BE49-F238E27FC236}">
                <a16:creationId xmlns:a16="http://schemas.microsoft.com/office/drawing/2014/main" id="{16302FA2-44D4-1F0C-AB14-B6871B133F5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CEAE736-1909-8D19-1F41-A08D6AFA4124}"/>
              </a:ext>
            </a:extLst>
          </p:cNvPr>
          <p:cNvSpPr>
            <a:spLocks noGrp="1"/>
          </p:cNvSpPr>
          <p:nvPr>
            <p:ph type="sldNum" sz="quarter" idx="12"/>
          </p:nvPr>
        </p:nvSpPr>
        <p:spPr/>
        <p:txBody>
          <a:bodyPr/>
          <a:lstStyle/>
          <a:p>
            <a:fld id="{E355D040-A04C-490B-9218-08E8FBDC9680}" type="slidenum">
              <a:rPr lang="en-IN" smtClean="0"/>
              <a:t>‹#›</a:t>
            </a:fld>
            <a:endParaRPr lang="en-IN"/>
          </a:p>
        </p:txBody>
      </p:sp>
    </p:spTree>
    <p:extLst>
      <p:ext uri="{BB962C8B-B14F-4D97-AF65-F5344CB8AC3E}">
        <p14:creationId xmlns:p14="http://schemas.microsoft.com/office/powerpoint/2010/main" val="4705333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1292F-0305-BE8E-8320-BB66DDE852D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D77FD2D-BD17-23A5-1914-45065F0D28A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F96180-9254-53BA-0C01-09987A301C07}"/>
              </a:ext>
            </a:extLst>
          </p:cNvPr>
          <p:cNvSpPr>
            <a:spLocks noGrp="1"/>
          </p:cNvSpPr>
          <p:nvPr>
            <p:ph type="dt" sz="half" idx="10"/>
          </p:nvPr>
        </p:nvSpPr>
        <p:spPr/>
        <p:txBody>
          <a:bodyPr/>
          <a:lstStyle/>
          <a:p>
            <a:fld id="{2FA291D0-FFDA-4DC3-BF60-F73A1CE3A98A}" type="datetimeFigureOut">
              <a:rPr lang="en-IN" smtClean="0"/>
              <a:t>03-04-2026</a:t>
            </a:fld>
            <a:endParaRPr lang="en-IN"/>
          </a:p>
        </p:txBody>
      </p:sp>
      <p:sp>
        <p:nvSpPr>
          <p:cNvPr id="5" name="Footer Placeholder 4">
            <a:extLst>
              <a:ext uri="{FF2B5EF4-FFF2-40B4-BE49-F238E27FC236}">
                <a16:creationId xmlns:a16="http://schemas.microsoft.com/office/drawing/2014/main" id="{9BEBE941-F956-C817-1296-EF2C427018A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86EC98-106C-9A64-D215-41448248AC52}"/>
              </a:ext>
            </a:extLst>
          </p:cNvPr>
          <p:cNvSpPr>
            <a:spLocks noGrp="1"/>
          </p:cNvSpPr>
          <p:nvPr>
            <p:ph type="sldNum" sz="quarter" idx="12"/>
          </p:nvPr>
        </p:nvSpPr>
        <p:spPr/>
        <p:txBody>
          <a:bodyPr/>
          <a:lstStyle/>
          <a:p>
            <a:fld id="{E355D040-A04C-490B-9218-08E8FBDC9680}" type="slidenum">
              <a:rPr lang="en-IN" smtClean="0"/>
              <a:t>‹#›</a:t>
            </a:fld>
            <a:endParaRPr lang="en-IN"/>
          </a:p>
        </p:txBody>
      </p:sp>
    </p:spTree>
    <p:extLst>
      <p:ext uri="{BB962C8B-B14F-4D97-AF65-F5344CB8AC3E}">
        <p14:creationId xmlns:p14="http://schemas.microsoft.com/office/powerpoint/2010/main" val="228798428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2232F0F-AC1E-33B2-5CCB-41A2535ECE4A}"/>
              </a:ext>
            </a:extLst>
          </p:cNvPr>
          <p:cNvSpPr>
            <a:spLocks noGrp="1"/>
          </p:cNvSpPr>
          <p:nvPr>
            <p:ph type="title" orient="vert"/>
          </p:nvPr>
        </p:nvSpPr>
        <p:spPr>
          <a:xfrm>
            <a:off x="10469563" y="438150"/>
            <a:ext cx="3154362" cy="697388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0093533-B0B0-7023-C1AE-0167937AD97B}"/>
              </a:ext>
            </a:extLst>
          </p:cNvPr>
          <p:cNvSpPr>
            <a:spLocks noGrp="1"/>
          </p:cNvSpPr>
          <p:nvPr>
            <p:ph type="body" orient="vert" idx="1"/>
          </p:nvPr>
        </p:nvSpPr>
        <p:spPr>
          <a:xfrm>
            <a:off x="1006475" y="438150"/>
            <a:ext cx="9310688" cy="6973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5116B00-67F5-6D75-BFD7-D7214061D717}"/>
              </a:ext>
            </a:extLst>
          </p:cNvPr>
          <p:cNvSpPr>
            <a:spLocks noGrp="1"/>
          </p:cNvSpPr>
          <p:nvPr>
            <p:ph type="dt" sz="half" idx="10"/>
          </p:nvPr>
        </p:nvSpPr>
        <p:spPr/>
        <p:txBody>
          <a:bodyPr/>
          <a:lstStyle/>
          <a:p>
            <a:fld id="{2FA291D0-FFDA-4DC3-BF60-F73A1CE3A98A}" type="datetimeFigureOut">
              <a:rPr lang="en-IN" smtClean="0"/>
              <a:t>03-04-2026</a:t>
            </a:fld>
            <a:endParaRPr lang="en-IN"/>
          </a:p>
        </p:txBody>
      </p:sp>
      <p:sp>
        <p:nvSpPr>
          <p:cNvPr id="5" name="Footer Placeholder 4">
            <a:extLst>
              <a:ext uri="{FF2B5EF4-FFF2-40B4-BE49-F238E27FC236}">
                <a16:creationId xmlns:a16="http://schemas.microsoft.com/office/drawing/2014/main" id="{AD7728D0-155F-E810-015D-175C4FA6CC6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C036C76-E6DE-65A7-5484-12126FD6157E}"/>
              </a:ext>
            </a:extLst>
          </p:cNvPr>
          <p:cNvSpPr>
            <a:spLocks noGrp="1"/>
          </p:cNvSpPr>
          <p:nvPr>
            <p:ph type="sldNum" sz="quarter" idx="12"/>
          </p:nvPr>
        </p:nvSpPr>
        <p:spPr/>
        <p:txBody>
          <a:bodyPr/>
          <a:lstStyle/>
          <a:p>
            <a:fld id="{E355D040-A04C-490B-9218-08E8FBDC9680}" type="slidenum">
              <a:rPr lang="en-IN" smtClean="0"/>
              <a:t>‹#›</a:t>
            </a:fld>
            <a:endParaRPr lang="en-IN"/>
          </a:p>
        </p:txBody>
      </p:sp>
    </p:spTree>
    <p:extLst>
      <p:ext uri="{BB962C8B-B14F-4D97-AF65-F5344CB8AC3E}">
        <p14:creationId xmlns:p14="http://schemas.microsoft.com/office/powerpoint/2010/main" val="13661202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FE4FA-E4FB-26EE-1019-FCF5C9B0FDC3}"/>
              </a:ext>
            </a:extLst>
          </p:cNvPr>
          <p:cNvSpPr>
            <a:spLocks noGrp="1"/>
          </p:cNvSpPr>
          <p:nvPr>
            <p:ph type="ctrTitle"/>
          </p:nvPr>
        </p:nvSpPr>
        <p:spPr>
          <a:xfrm>
            <a:off x="1828800" y="1346200"/>
            <a:ext cx="10972800" cy="2865438"/>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9F05BA1-C26F-5787-DC19-05D4F87B01EE}"/>
              </a:ext>
            </a:extLst>
          </p:cNvPr>
          <p:cNvSpPr>
            <a:spLocks noGrp="1"/>
          </p:cNvSpPr>
          <p:nvPr>
            <p:ph type="subTitle" idx="1"/>
          </p:nvPr>
        </p:nvSpPr>
        <p:spPr>
          <a:xfrm>
            <a:off x="1828800" y="4322763"/>
            <a:ext cx="10972800" cy="19859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ADB3E86-45AA-8F55-C33B-D3DBC7900115}"/>
              </a:ext>
            </a:extLst>
          </p:cNvPr>
          <p:cNvSpPr>
            <a:spLocks noGrp="1"/>
          </p:cNvSpPr>
          <p:nvPr>
            <p:ph type="dt" sz="half" idx="10"/>
          </p:nvPr>
        </p:nvSpPr>
        <p:spPr/>
        <p:txBody>
          <a:bodyPr/>
          <a:lstStyle/>
          <a:p>
            <a:fld id="{0237F2EA-C1E7-4960-A4FE-5156284BD90A}" type="datetimeFigureOut">
              <a:rPr lang="en-IN" smtClean="0"/>
              <a:t>03-04-2026</a:t>
            </a:fld>
            <a:endParaRPr lang="en-IN"/>
          </a:p>
        </p:txBody>
      </p:sp>
      <p:sp>
        <p:nvSpPr>
          <p:cNvPr id="5" name="Footer Placeholder 4">
            <a:extLst>
              <a:ext uri="{FF2B5EF4-FFF2-40B4-BE49-F238E27FC236}">
                <a16:creationId xmlns:a16="http://schemas.microsoft.com/office/drawing/2014/main" id="{107DA0FB-0D0A-99CA-F0DD-CFC137EE15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313493-200E-A483-E2BB-73FAB8B23943}"/>
              </a:ext>
            </a:extLst>
          </p:cNvPr>
          <p:cNvSpPr>
            <a:spLocks noGrp="1"/>
          </p:cNvSpPr>
          <p:nvPr>
            <p:ph type="sldNum" sz="quarter" idx="12"/>
          </p:nvPr>
        </p:nvSpPr>
        <p:spPr/>
        <p:txBody>
          <a:bodyPr/>
          <a:lstStyle/>
          <a:p>
            <a:fld id="{02A2964E-B199-4A4E-9EA2-500C707FC0A6}" type="slidenum">
              <a:rPr lang="en-IN" smtClean="0"/>
              <a:t>‹#›</a:t>
            </a:fld>
            <a:endParaRPr lang="en-IN"/>
          </a:p>
        </p:txBody>
      </p:sp>
    </p:spTree>
    <p:extLst>
      <p:ext uri="{BB962C8B-B14F-4D97-AF65-F5344CB8AC3E}">
        <p14:creationId xmlns:p14="http://schemas.microsoft.com/office/powerpoint/2010/main" val="31076129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D0832-810B-6680-67D5-AC0D11ABC46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4FEBD27-C330-C8C2-046D-EB3696F2794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4FF800A-491C-F424-DDB5-D848495CC002}"/>
              </a:ext>
            </a:extLst>
          </p:cNvPr>
          <p:cNvSpPr>
            <a:spLocks noGrp="1"/>
          </p:cNvSpPr>
          <p:nvPr>
            <p:ph type="dt" sz="half" idx="10"/>
          </p:nvPr>
        </p:nvSpPr>
        <p:spPr/>
        <p:txBody>
          <a:bodyPr/>
          <a:lstStyle/>
          <a:p>
            <a:fld id="{0237F2EA-C1E7-4960-A4FE-5156284BD90A}" type="datetimeFigureOut">
              <a:rPr lang="en-IN" smtClean="0"/>
              <a:t>03-04-2026</a:t>
            </a:fld>
            <a:endParaRPr lang="en-IN"/>
          </a:p>
        </p:txBody>
      </p:sp>
      <p:sp>
        <p:nvSpPr>
          <p:cNvPr id="5" name="Footer Placeholder 4">
            <a:extLst>
              <a:ext uri="{FF2B5EF4-FFF2-40B4-BE49-F238E27FC236}">
                <a16:creationId xmlns:a16="http://schemas.microsoft.com/office/drawing/2014/main" id="{FE4CB563-0507-9B92-C5E8-3A128F6303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049983E-F7F3-B628-1798-C32B3032660F}"/>
              </a:ext>
            </a:extLst>
          </p:cNvPr>
          <p:cNvSpPr>
            <a:spLocks noGrp="1"/>
          </p:cNvSpPr>
          <p:nvPr>
            <p:ph type="sldNum" sz="quarter" idx="12"/>
          </p:nvPr>
        </p:nvSpPr>
        <p:spPr/>
        <p:txBody>
          <a:bodyPr/>
          <a:lstStyle/>
          <a:p>
            <a:fld id="{02A2964E-B199-4A4E-9EA2-500C707FC0A6}" type="slidenum">
              <a:rPr lang="en-IN" smtClean="0"/>
              <a:t>‹#›</a:t>
            </a:fld>
            <a:endParaRPr lang="en-IN"/>
          </a:p>
        </p:txBody>
      </p:sp>
    </p:spTree>
    <p:extLst>
      <p:ext uri="{BB962C8B-B14F-4D97-AF65-F5344CB8AC3E}">
        <p14:creationId xmlns:p14="http://schemas.microsoft.com/office/powerpoint/2010/main" val="4266604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C1D1E-857D-0D2D-2752-DBDD3C80E983}"/>
              </a:ext>
            </a:extLst>
          </p:cNvPr>
          <p:cNvSpPr>
            <a:spLocks noGrp="1"/>
          </p:cNvSpPr>
          <p:nvPr>
            <p:ph type="title"/>
          </p:nvPr>
        </p:nvSpPr>
        <p:spPr>
          <a:xfrm>
            <a:off x="998538" y="2051050"/>
            <a:ext cx="12619037" cy="3424238"/>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53868BC-8381-D586-7791-1E3ADC687A3E}"/>
              </a:ext>
            </a:extLst>
          </p:cNvPr>
          <p:cNvSpPr>
            <a:spLocks noGrp="1"/>
          </p:cNvSpPr>
          <p:nvPr>
            <p:ph type="body" idx="1"/>
          </p:nvPr>
        </p:nvSpPr>
        <p:spPr>
          <a:xfrm>
            <a:off x="998538" y="5507038"/>
            <a:ext cx="12619037" cy="1800225"/>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CB1388C-A286-1B60-AE01-A5074FECEEF6}"/>
              </a:ext>
            </a:extLst>
          </p:cNvPr>
          <p:cNvSpPr>
            <a:spLocks noGrp="1"/>
          </p:cNvSpPr>
          <p:nvPr>
            <p:ph type="dt" sz="half" idx="10"/>
          </p:nvPr>
        </p:nvSpPr>
        <p:spPr/>
        <p:txBody>
          <a:bodyPr/>
          <a:lstStyle/>
          <a:p>
            <a:fld id="{0237F2EA-C1E7-4960-A4FE-5156284BD90A}" type="datetimeFigureOut">
              <a:rPr lang="en-IN" smtClean="0"/>
              <a:t>03-04-2026</a:t>
            </a:fld>
            <a:endParaRPr lang="en-IN"/>
          </a:p>
        </p:txBody>
      </p:sp>
      <p:sp>
        <p:nvSpPr>
          <p:cNvPr id="5" name="Footer Placeholder 4">
            <a:extLst>
              <a:ext uri="{FF2B5EF4-FFF2-40B4-BE49-F238E27FC236}">
                <a16:creationId xmlns:a16="http://schemas.microsoft.com/office/drawing/2014/main" id="{C98801FB-F85C-4061-3BF8-B9B2C66EC7E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701B42-F4F1-DE4A-8B03-BA4A55BF09B1}"/>
              </a:ext>
            </a:extLst>
          </p:cNvPr>
          <p:cNvSpPr>
            <a:spLocks noGrp="1"/>
          </p:cNvSpPr>
          <p:nvPr>
            <p:ph type="sldNum" sz="quarter" idx="12"/>
          </p:nvPr>
        </p:nvSpPr>
        <p:spPr/>
        <p:txBody>
          <a:bodyPr/>
          <a:lstStyle/>
          <a:p>
            <a:fld id="{02A2964E-B199-4A4E-9EA2-500C707FC0A6}" type="slidenum">
              <a:rPr lang="en-IN" smtClean="0"/>
              <a:t>‹#›</a:t>
            </a:fld>
            <a:endParaRPr lang="en-IN"/>
          </a:p>
        </p:txBody>
      </p:sp>
    </p:spTree>
    <p:extLst>
      <p:ext uri="{BB962C8B-B14F-4D97-AF65-F5344CB8AC3E}">
        <p14:creationId xmlns:p14="http://schemas.microsoft.com/office/powerpoint/2010/main" val="139079141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35FDD-3A36-289E-E6B4-85BBB5894DE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26861C-9A5F-460A-0F70-0128EF0D194A}"/>
              </a:ext>
            </a:extLst>
          </p:cNvPr>
          <p:cNvSpPr>
            <a:spLocks noGrp="1"/>
          </p:cNvSpPr>
          <p:nvPr>
            <p:ph sz="half" idx="1"/>
          </p:nvPr>
        </p:nvSpPr>
        <p:spPr>
          <a:xfrm>
            <a:off x="1006475" y="2190750"/>
            <a:ext cx="6232525" cy="5221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2ABB7B9-5885-AF35-0F70-D4C5C83FEA73}"/>
              </a:ext>
            </a:extLst>
          </p:cNvPr>
          <p:cNvSpPr>
            <a:spLocks noGrp="1"/>
          </p:cNvSpPr>
          <p:nvPr>
            <p:ph sz="half" idx="2"/>
          </p:nvPr>
        </p:nvSpPr>
        <p:spPr>
          <a:xfrm>
            <a:off x="7391400" y="2190750"/>
            <a:ext cx="6232525" cy="5221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8782A77-D998-C6B7-5688-A352620EE7AB}"/>
              </a:ext>
            </a:extLst>
          </p:cNvPr>
          <p:cNvSpPr>
            <a:spLocks noGrp="1"/>
          </p:cNvSpPr>
          <p:nvPr>
            <p:ph type="dt" sz="half" idx="10"/>
          </p:nvPr>
        </p:nvSpPr>
        <p:spPr/>
        <p:txBody>
          <a:bodyPr/>
          <a:lstStyle/>
          <a:p>
            <a:fld id="{0237F2EA-C1E7-4960-A4FE-5156284BD90A}" type="datetimeFigureOut">
              <a:rPr lang="en-IN" smtClean="0"/>
              <a:t>03-04-2026</a:t>
            </a:fld>
            <a:endParaRPr lang="en-IN"/>
          </a:p>
        </p:txBody>
      </p:sp>
      <p:sp>
        <p:nvSpPr>
          <p:cNvPr id="6" name="Footer Placeholder 5">
            <a:extLst>
              <a:ext uri="{FF2B5EF4-FFF2-40B4-BE49-F238E27FC236}">
                <a16:creationId xmlns:a16="http://schemas.microsoft.com/office/drawing/2014/main" id="{8E479ED7-934D-6E71-B902-0A81191F2C8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EAE0166-7E98-C9A3-14C8-DF5E51FE5DE5}"/>
              </a:ext>
            </a:extLst>
          </p:cNvPr>
          <p:cNvSpPr>
            <a:spLocks noGrp="1"/>
          </p:cNvSpPr>
          <p:nvPr>
            <p:ph type="sldNum" sz="quarter" idx="12"/>
          </p:nvPr>
        </p:nvSpPr>
        <p:spPr/>
        <p:txBody>
          <a:bodyPr/>
          <a:lstStyle/>
          <a:p>
            <a:fld id="{02A2964E-B199-4A4E-9EA2-500C707FC0A6}" type="slidenum">
              <a:rPr lang="en-IN" smtClean="0"/>
              <a:t>‹#›</a:t>
            </a:fld>
            <a:endParaRPr lang="en-IN"/>
          </a:p>
        </p:txBody>
      </p:sp>
    </p:spTree>
    <p:extLst>
      <p:ext uri="{BB962C8B-B14F-4D97-AF65-F5344CB8AC3E}">
        <p14:creationId xmlns:p14="http://schemas.microsoft.com/office/powerpoint/2010/main" val="399436959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76CD8-3C68-B7FC-261D-EC7BDFF56F84}"/>
              </a:ext>
            </a:extLst>
          </p:cNvPr>
          <p:cNvSpPr>
            <a:spLocks noGrp="1"/>
          </p:cNvSpPr>
          <p:nvPr>
            <p:ph type="title"/>
          </p:nvPr>
        </p:nvSpPr>
        <p:spPr>
          <a:xfrm>
            <a:off x="1008063" y="438150"/>
            <a:ext cx="12619037" cy="1590675"/>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E690E7F-A4E5-8C67-A8B2-533DEFE9E8FF}"/>
              </a:ext>
            </a:extLst>
          </p:cNvPr>
          <p:cNvSpPr>
            <a:spLocks noGrp="1"/>
          </p:cNvSpPr>
          <p:nvPr>
            <p:ph type="body" idx="1"/>
          </p:nvPr>
        </p:nvSpPr>
        <p:spPr>
          <a:xfrm>
            <a:off x="1008063" y="2017713"/>
            <a:ext cx="6189662" cy="989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B4B32DF-3D61-75E9-0E27-3AA5640C0B36}"/>
              </a:ext>
            </a:extLst>
          </p:cNvPr>
          <p:cNvSpPr>
            <a:spLocks noGrp="1"/>
          </p:cNvSpPr>
          <p:nvPr>
            <p:ph sz="half" idx="2"/>
          </p:nvPr>
        </p:nvSpPr>
        <p:spPr>
          <a:xfrm>
            <a:off x="1008063" y="3006725"/>
            <a:ext cx="6189662" cy="4421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798A1E3-62EA-8648-990B-76D52BAC8057}"/>
              </a:ext>
            </a:extLst>
          </p:cNvPr>
          <p:cNvSpPr>
            <a:spLocks noGrp="1"/>
          </p:cNvSpPr>
          <p:nvPr>
            <p:ph type="body" sz="quarter" idx="3"/>
          </p:nvPr>
        </p:nvSpPr>
        <p:spPr>
          <a:xfrm>
            <a:off x="7407275" y="2017713"/>
            <a:ext cx="6219825" cy="989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20FA33E-A974-7F71-1A77-7ED5C23F9DE1}"/>
              </a:ext>
            </a:extLst>
          </p:cNvPr>
          <p:cNvSpPr>
            <a:spLocks noGrp="1"/>
          </p:cNvSpPr>
          <p:nvPr>
            <p:ph sz="quarter" idx="4"/>
          </p:nvPr>
        </p:nvSpPr>
        <p:spPr>
          <a:xfrm>
            <a:off x="7407275" y="3006725"/>
            <a:ext cx="6219825" cy="4421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8100248-E65A-A78F-71ED-959F7C82AA75}"/>
              </a:ext>
            </a:extLst>
          </p:cNvPr>
          <p:cNvSpPr>
            <a:spLocks noGrp="1"/>
          </p:cNvSpPr>
          <p:nvPr>
            <p:ph type="dt" sz="half" idx="10"/>
          </p:nvPr>
        </p:nvSpPr>
        <p:spPr/>
        <p:txBody>
          <a:bodyPr/>
          <a:lstStyle/>
          <a:p>
            <a:fld id="{0237F2EA-C1E7-4960-A4FE-5156284BD90A}" type="datetimeFigureOut">
              <a:rPr lang="en-IN" smtClean="0"/>
              <a:t>03-04-2026</a:t>
            </a:fld>
            <a:endParaRPr lang="en-IN"/>
          </a:p>
        </p:txBody>
      </p:sp>
      <p:sp>
        <p:nvSpPr>
          <p:cNvPr id="8" name="Footer Placeholder 7">
            <a:extLst>
              <a:ext uri="{FF2B5EF4-FFF2-40B4-BE49-F238E27FC236}">
                <a16:creationId xmlns:a16="http://schemas.microsoft.com/office/drawing/2014/main" id="{9EF5485D-C0DE-4374-3768-B946C733B41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B14F351-11F1-2EB3-7DBA-06ECB695615C}"/>
              </a:ext>
            </a:extLst>
          </p:cNvPr>
          <p:cNvSpPr>
            <a:spLocks noGrp="1"/>
          </p:cNvSpPr>
          <p:nvPr>
            <p:ph type="sldNum" sz="quarter" idx="12"/>
          </p:nvPr>
        </p:nvSpPr>
        <p:spPr/>
        <p:txBody>
          <a:bodyPr/>
          <a:lstStyle/>
          <a:p>
            <a:fld id="{02A2964E-B199-4A4E-9EA2-500C707FC0A6}" type="slidenum">
              <a:rPr lang="en-IN" smtClean="0"/>
              <a:t>‹#›</a:t>
            </a:fld>
            <a:endParaRPr lang="en-IN"/>
          </a:p>
        </p:txBody>
      </p:sp>
    </p:spTree>
    <p:extLst>
      <p:ext uri="{BB962C8B-B14F-4D97-AF65-F5344CB8AC3E}">
        <p14:creationId xmlns:p14="http://schemas.microsoft.com/office/powerpoint/2010/main" val="33320404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80E57-F9F1-539B-C41D-3DC8C109CF9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DE08B5E-66CD-FA1F-CDC0-6F2D51A1BCE6}"/>
              </a:ext>
            </a:extLst>
          </p:cNvPr>
          <p:cNvSpPr>
            <a:spLocks noGrp="1"/>
          </p:cNvSpPr>
          <p:nvPr>
            <p:ph type="dt" sz="half" idx="10"/>
          </p:nvPr>
        </p:nvSpPr>
        <p:spPr/>
        <p:txBody>
          <a:bodyPr/>
          <a:lstStyle/>
          <a:p>
            <a:fld id="{0237F2EA-C1E7-4960-A4FE-5156284BD90A}" type="datetimeFigureOut">
              <a:rPr lang="en-IN" smtClean="0"/>
              <a:t>03-04-2026</a:t>
            </a:fld>
            <a:endParaRPr lang="en-IN"/>
          </a:p>
        </p:txBody>
      </p:sp>
      <p:sp>
        <p:nvSpPr>
          <p:cNvPr id="4" name="Footer Placeholder 3">
            <a:extLst>
              <a:ext uri="{FF2B5EF4-FFF2-40B4-BE49-F238E27FC236}">
                <a16:creationId xmlns:a16="http://schemas.microsoft.com/office/drawing/2014/main" id="{279F25A8-6A90-55A8-28E3-5A9531F471C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5CFA444-B5E7-D29A-CFCE-7338509B42DF}"/>
              </a:ext>
            </a:extLst>
          </p:cNvPr>
          <p:cNvSpPr>
            <a:spLocks noGrp="1"/>
          </p:cNvSpPr>
          <p:nvPr>
            <p:ph type="sldNum" sz="quarter" idx="12"/>
          </p:nvPr>
        </p:nvSpPr>
        <p:spPr/>
        <p:txBody>
          <a:bodyPr/>
          <a:lstStyle/>
          <a:p>
            <a:fld id="{02A2964E-B199-4A4E-9EA2-500C707FC0A6}" type="slidenum">
              <a:rPr lang="en-IN" smtClean="0"/>
              <a:t>‹#›</a:t>
            </a:fld>
            <a:endParaRPr lang="en-IN"/>
          </a:p>
        </p:txBody>
      </p:sp>
    </p:spTree>
    <p:extLst>
      <p:ext uri="{BB962C8B-B14F-4D97-AF65-F5344CB8AC3E}">
        <p14:creationId xmlns:p14="http://schemas.microsoft.com/office/powerpoint/2010/main" val="351786655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BD86B2-4E3A-7C49-92D4-DEFF5BF9064D}"/>
              </a:ext>
            </a:extLst>
          </p:cNvPr>
          <p:cNvSpPr>
            <a:spLocks noGrp="1"/>
          </p:cNvSpPr>
          <p:nvPr>
            <p:ph type="dt" sz="half" idx="10"/>
          </p:nvPr>
        </p:nvSpPr>
        <p:spPr/>
        <p:txBody>
          <a:bodyPr/>
          <a:lstStyle/>
          <a:p>
            <a:fld id="{0237F2EA-C1E7-4960-A4FE-5156284BD90A}" type="datetimeFigureOut">
              <a:rPr lang="en-IN" smtClean="0"/>
              <a:t>03-04-2026</a:t>
            </a:fld>
            <a:endParaRPr lang="en-IN"/>
          </a:p>
        </p:txBody>
      </p:sp>
      <p:sp>
        <p:nvSpPr>
          <p:cNvPr id="3" name="Footer Placeholder 2">
            <a:extLst>
              <a:ext uri="{FF2B5EF4-FFF2-40B4-BE49-F238E27FC236}">
                <a16:creationId xmlns:a16="http://schemas.microsoft.com/office/drawing/2014/main" id="{B637BAB3-B750-433D-B115-5778125879F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38B1B28-391E-835A-FC55-78E2ECFC060C}"/>
              </a:ext>
            </a:extLst>
          </p:cNvPr>
          <p:cNvSpPr>
            <a:spLocks noGrp="1"/>
          </p:cNvSpPr>
          <p:nvPr>
            <p:ph type="sldNum" sz="quarter" idx="12"/>
          </p:nvPr>
        </p:nvSpPr>
        <p:spPr/>
        <p:txBody>
          <a:bodyPr/>
          <a:lstStyle/>
          <a:p>
            <a:fld id="{02A2964E-B199-4A4E-9EA2-500C707FC0A6}" type="slidenum">
              <a:rPr lang="en-IN" smtClean="0"/>
              <a:t>‹#›</a:t>
            </a:fld>
            <a:endParaRPr lang="en-IN"/>
          </a:p>
        </p:txBody>
      </p:sp>
    </p:spTree>
    <p:extLst>
      <p:ext uri="{BB962C8B-B14F-4D97-AF65-F5344CB8AC3E}">
        <p14:creationId xmlns:p14="http://schemas.microsoft.com/office/powerpoint/2010/main" val="32232128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6E12A-515E-D124-C8EB-8B9DBAC64E51}"/>
              </a:ext>
            </a:extLst>
          </p:cNvPr>
          <p:cNvSpPr>
            <a:spLocks noGrp="1"/>
          </p:cNvSpPr>
          <p:nvPr>
            <p:ph type="title"/>
          </p:nvPr>
        </p:nvSpPr>
        <p:spPr>
          <a:xfrm>
            <a:off x="1008063" y="549275"/>
            <a:ext cx="4718050" cy="1919288"/>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A27D82F-FC9B-2B33-6400-8E63B7BC31E5}"/>
              </a:ext>
            </a:extLst>
          </p:cNvPr>
          <p:cNvSpPr>
            <a:spLocks noGrp="1"/>
          </p:cNvSpPr>
          <p:nvPr>
            <p:ph idx="1"/>
          </p:nvPr>
        </p:nvSpPr>
        <p:spPr>
          <a:xfrm>
            <a:off x="6219825" y="1184275"/>
            <a:ext cx="7407275" cy="58483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DD70314-E235-075F-379E-A57760903F14}"/>
              </a:ext>
            </a:extLst>
          </p:cNvPr>
          <p:cNvSpPr>
            <a:spLocks noGrp="1"/>
          </p:cNvSpPr>
          <p:nvPr>
            <p:ph type="body" sz="half" idx="2"/>
          </p:nvPr>
        </p:nvSpPr>
        <p:spPr>
          <a:xfrm>
            <a:off x="1008063" y="2468563"/>
            <a:ext cx="4718050" cy="45735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722463-DA09-94A2-E327-F999278958DC}"/>
              </a:ext>
            </a:extLst>
          </p:cNvPr>
          <p:cNvSpPr>
            <a:spLocks noGrp="1"/>
          </p:cNvSpPr>
          <p:nvPr>
            <p:ph type="dt" sz="half" idx="10"/>
          </p:nvPr>
        </p:nvSpPr>
        <p:spPr/>
        <p:txBody>
          <a:bodyPr/>
          <a:lstStyle/>
          <a:p>
            <a:fld id="{0237F2EA-C1E7-4960-A4FE-5156284BD90A}" type="datetimeFigureOut">
              <a:rPr lang="en-IN" smtClean="0"/>
              <a:t>03-04-2026</a:t>
            </a:fld>
            <a:endParaRPr lang="en-IN"/>
          </a:p>
        </p:txBody>
      </p:sp>
      <p:sp>
        <p:nvSpPr>
          <p:cNvPr id="6" name="Footer Placeholder 5">
            <a:extLst>
              <a:ext uri="{FF2B5EF4-FFF2-40B4-BE49-F238E27FC236}">
                <a16:creationId xmlns:a16="http://schemas.microsoft.com/office/drawing/2014/main" id="{C04D2769-ABB0-AD57-E6AD-42D7F032F87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BCF0012-8BE1-0CDB-89FA-D79714F20728}"/>
              </a:ext>
            </a:extLst>
          </p:cNvPr>
          <p:cNvSpPr>
            <a:spLocks noGrp="1"/>
          </p:cNvSpPr>
          <p:nvPr>
            <p:ph type="sldNum" sz="quarter" idx="12"/>
          </p:nvPr>
        </p:nvSpPr>
        <p:spPr/>
        <p:txBody>
          <a:bodyPr/>
          <a:lstStyle/>
          <a:p>
            <a:fld id="{02A2964E-B199-4A4E-9EA2-500C707FC0A6}" type="slidenum">
              <a:rPr lang="en-IN" smtClean="0"/>
              <a:t>‹#›</a:t>
            </a:fld>
            <a:endParaRPr lang="en-IN"/>
          </a:p>
        </p:txBody>
      </p:sp>
    </p:spTree>
    <p:extLst>
      <p:ext uri="{BB962C8B-B14F-4D97-AF65-F5344CB8AC3E}">
        <p14:creationId xmlns:p14="http://schemas.microsoft.com/office/powerpoint/2010/main" val="227548680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5D250-81DC-C3A0-3600-BC8469BFF58C}"/>
              </a:ext>
            </a:extLst>
          </p:cNvPr>
          <p:cNvSpPr>
            <a:spLocks noGrp="1"/>
          </p:cNvSpPr>
          <p:nvPr>
            <p:ph type="title"/>
          </p:nvPr>
        </p:nvSpPr>
        <p:spPr>
          <a:xfrm>
            <a:off x="1008063" y="549275"/>
            <a:ext cx="4718050" cy="1919288"/>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36C57CE-8C11-3D80-41C4-905E6949303F}"/>
              </a:ext>
            </a:extLst>
          </p:cNvPr>
          <p:cNvSpPr>
            <a:spLocks noGrp="1"/>
          </p:cNvSpPr>
          <p:nvPr>
            <p:ph type="pic" idx="1"/>
          </p:nvPr>
        </p:nvSpPr>
        <p:spPr>
          <a:xfrm>
            <a:off x="6219825" y="1184275"/>
            <a:ext cx="7407275" cy="58483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F2C7FFB-F6F0-A2DC-3356-9DD0EE447425}"/>
              </a:ext>
            </a:extLst>
          </p:cNvPr>
          <p:cNvSpPr>
            <a:spLocks noGrp="1"/>
          </p:cNvSpPr>
          <p:nvPr>
            <p:ph type="body" sz="half" idx="2"/>
          </p:nvPr>
        </p:nvSpPr>
        <p:spPr>
          <a:xfrm>
            <a:off x="1008063" y="2468563"/>
            <a:ext cx="4718050" cy="45735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F74380-A395-502E-A654-9B95E3305A79}"/>
              </a:ext>
            </a:extLst>
          </p:cNvPr>
          <p:cNvSpPr>
            <a:spLocks noGrp="1"/>
          </p:cNvSpPr>
          <p:nvPr>
            <p:ph type="dt" sz="half" idx="10"/>
          </p:nvPr>
        </p:nvSpPr>
        <p:spPr/>
        <p:txBody>
          <a:bodyPr/>
          <a:lstStyle/>
          <a:p>
            <a:fld id="{0237F2EA-C1E7-4960-A4FE-5156284BD90A}" type="datetimeFigureOut">
              <a:rPr lang="en-IN" smtClean="0"/>
              <a:t>03-04-2026</a:t>
            </a:fld>
            <a:endParaRPr lang="en-IN"/>
          </a:p>
        </p:txBody>
      </p:sp>
      <p:sp>
        <p:nvSpPr>
          <p:cNvPr id="6" name="Footer Placeholder 5">
            <a:extLst>
              <a:ext uri="{FF2B5EF4-FFF2-40B4-BE49-F238E27FC236}">
                <a16:creationId xmlns:a16="http://schemas.microsoft.com/office/drawing/2014/main" id="{4CDDEDD4-F8C7-7C27-60CA-C97EE15BD3C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EEDD267-34D3-CE6E-87B8-5A6EEECE5E04}"/>
              </a:ext>
            </a:extLst>
          </p:cNvPr>
          <p:cNvSpPr>
            <a:spLocks noGrp="1"/>
          </p:cNvSpPr>
          <p:nvPr>
            <p:ph type="sldNum" sz="quarter" idx="12"/>
          </p:nvPr>
        </p:nvSpPr>
        <p:spPr/>
        <p:txBody>
          <a:bodyPr/>
          <a:lstStyle/>
          <a:p>
            <a:fld id="{02A2964E-B199-4A4E-9EA2-500C707FC0A6}" type="slidenum">
              <a:rPr lang="en-IN" smtClean="0"/>
              <a:t>‹#›</a:t>
            </a:fld>
            <a:endParaRPr lang="en-IN"/>
          </a:p>
        </p:txBody>
      </p:sp>
    </p:spTree>
    <p:extLst>
      <p:ext uri="{BB962C8B-B14F-4D97-AF65-F5344CB8AC3E}">
        <p14:creationId xmlns:p14="http://schemas.microsoft.com/office/powerpoint/2010/main" val="275831674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80655-EE39-13C0-8EB8-8C97636E775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F1218A9-8BF7-7691-C9C4-B1EE84B101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A5C83E2-FDD4-8C9D-4C60-D2630E80833D}"/>
              </a:ext>
            </a:extLst>
          </p:cNvPr>
          <p:cNvSpPr>
            <a:spLocks noGrp="1"/>
          </p:cNvSpPr>
          <p:nvPr>
            <p:ph type="dt" sz="half" idx="10"/>
          </p:nvPr>
        </p:nvSpPr>
        <p:spPr/>
        <p:txBody>
          <a:bodyPr/>
          <a:lstStyle/>
          <a:p>
            <a:fld id="{0237F2EA-C1E7-4960-A4FE-5156284BD90A}" type="datetimeFigureOut">
              <a:rPr lang="en-IN" smtClean="0"/>
              <a:t>03-04-2026</a:t>
            </a:fld>
            <a:endParaRPr lang="en-IN"/>
          </a:p>
        </p:txBody>
      </p:sp>
      <p:sp>
        <p:nvSpPr>
          <p:cNvPr id="5" name="Footer Placeholder 4">
            <a:extLst>
              <a:ext uri="{FF2B5EF4-FFF2-40B4-BE49-F238E27FC236}">
                <a16:creationId xmlns:a16="http://schemas.microsoft.com/office/drawing/2014/main" id="{D0477010-344F-2A89-01FF-00E57BFCD50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FFEA15-3968-8039-D4A1-94E975914FA1}"/>
              </a:ext>
            </a:extLst>
          </p:cNvPr>
          <p:cNvSpPr>
            <a:spLocks noGrp="1"/>
          </p:cNvSpPr>
          <p:nvPr>
            <p:ph type="sldNum" sz="quarter" idx="12"/>
          </p:nvPr>
        </p:nvSpPr>
        <p:spPr/>
        <p:txBody>
          <a:bodyPr/>
          <a:lstStyle/>
          <a:p>
            <a:fld id="{02A2964E-B199-4A4E-9EA2-500C707FC0A6}" type="slidenum">
              <a:rPr lang="en-IN" smtClean="0"/>
              <a:t>‹#›</a:t>
            </a:fld>
            <a:endParaRPr lang="en-IN"/>
          </a:p>
        </p:txBody>
      </p:sp>
    </p:spTree>
    <p:extLst>
      <p:ext uri="{BB962C8B-B14F-4D97-AF65-F5344CB8AC3E}">
        <p14:creationId xmlns:p14="http://schemas.microsoft.com/office/powerpoint/2010/main" val="202232983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94242CD-20C3-BDA5-E673-0C1488D83320}"/>
              </a:ext>
            </a:extLst>
          </p:cNvPr>
          <p:cNvSpPr>
            <a:spLocks noGrp="1"/>
          </p:cNvSpPr>
          <p:nvPr>
            <p:ph type="title" orient="vert"/>
          </p:nvPr>
        </p:nvSpPr>
        <p:spPr>
          <a:xfrm>
            <a:off x="10469563" y="438150"/>
            <a:ext cx="3154362" cy="697388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A0B2E93-E988-059C-3BCC-4C7D18945B08}"/>
              </a:ext>
            </a:extLst>
          </p:cNvPr>
          <p:cNvSpPr>
            <a:spLocks noGrp="1"/>
          </p:cNvSpPr>
          <p:nvPr>
            <p:ph type="body" orient="vert" idx="1"/>
          </p:nvPr>
        </p:nvSpPr>
        <p:spPr>
          <a:xfrm>
            <a:off x="1006475" y="438150"/>
            <a:ext cx="9310688" cy="6973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7B7A4F-C576-46AC-91AE-865D7418730A}"/>
              </a:ext>
            </a:extLst>
          </p:cNvPr>
          <p:cNvSpPr>
            <a:spLocks noGrp="1"/>
          </p:cNvSpPr>
          <p:nvPr>
            <p:ph type="dt" sz="half" idx="10"/>
          </p:nvPr>
        </p:nvSpPr>
        <p:spPr/>
        <p:txBody>
          <a:bodyPr/>
          <a:lstStyle/>
          <a:p>
            <a:fld id="{0237F2EA-C1E7-4960-A4FE-5156284BD90A}" type="datetimeFigureOut">
              <a:rPr lang="en-IN" smtClean="0"/>
              <a:t>03-04-2026</a:t>
            </a:fld>
            <a:endParaRPr lang="en-IN"/>
          </a:p>
        </p:txBody>
      </p:sp>
      <p:sp>
        <p:nvSpPr>
          <p:cNvPr id="5" name="Footer Placeholder 4">
            <a:extLst>
              <a:ext uri="{FF2B5EF4-FFF2-40B4-BE49-F238E27FC236}">
                <a16:creationId xmlns:a16="http://schemas.microsoft.com/office/drawing/2014/main" id="{9091EB52-05EC-0685-D6B2-7799C670991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830830-DCA1-AF2A-85E5-B803969CC961}"/>
              </a:ext>
            </a:extLst>
          </p:cNvPr>
          <p:cNvSpPr>
            <a:spLocks noGrp="1"/>
          </p:cNvSpPr>
          <p:nvPr>
            <p:ph type="sldNum" sz="quarter" idx="12"/>
          </p:nvPr>
        </p:nvSpPr>
        <p:spPr/>
        <p:txBody>
          <a:bodyPr/>
          <a:lstStyle/>
          <a:p>
            <a:fld id="{02A2964E-B199-4A4E-9EA2-500C707FC0A6}" type="slidenum">
              <a:rPr lang="en-IN" smtClean="0"/>
              <a:t>‹#›</a:t>
            </a:fld>
            <a:endParaRPr lang="en-IN"/>
          </a:p>
        </p:txBody>
      </p:sp>
    </p:spTree>
    <p:extLst>
      <p:ext uri="{BB962C8B-B14F-4D97-AF65-F5344CB8AC3E}">
        <p14:creationId xmlns:p14="http://schemas.microsoft.com/office/powerpoint/2010/main" val="27827080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theme" Target="../theme/theme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theme" Target="../theme/theme3.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762409-5206-0FE6-08E8-85D50C04F02E}"/>
              </a:ext>
            </a:extLst>
          </p:cNvPr>
          <p:cNvSpPr>
            <a:spLocks noGrp="1"/>
          </p:cNvSpPr>
          <p:nvPr>
            <p:ph type="title"/>
          </p:nvPr>
        </p:nvSpPr>
        <p:spPr>
          <a:xfrm>
            <a:off x="1006475" y="438150"/>
            <a:ext cx="12617450" cy="1590675"/>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6E45F6-73E1-4076-2639-BA6677D03D25}"/>
              </a:ext>
            </a:extLst>
          </p:cNvPr>
          <p:cNvSpPr>
            <a:spLocks noGrp="1"/>
          </p:cNvSpPr>
          <p:nvPr>
            <p:ph type="body" idx="1"/>
          </p:nvPr>
        </p:nvSpPr>
        <p:spPr>
          <a:xfrm>
            <a:off x="1006475" y="2190750"/>
            <a:ext cx="12617450" cy="522128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3531A6F-05AF-5248-2EB6-F5B306CDBE12}"/>
              </a:ext>
            </a:extLst>
          </p:cNvPr>
          <p:cNvSpPr>
            <a:spLocks noGrp="1"/>
          </p:cNvSpPr>
          <p:nvPr>
            <p:ph type="dt" sz="half" idx="2"/>
          </p:nvPr>
        </p:nvSpPr>
        <p:spPr>
          <a:xfrm>
            <a:off x="1006475" y="7627938"/>
            <a:ext cx="3290888" cy="438150"/>
          </a:xfrm>
          <a:prstGeom prst="rect">
            <a:avLst/>
          </a:prstGeom>
        </p:spPr>
        <p:txBody>
          <a:bodyPr vert="horz" lIns="91440" tIns="45720" rIns="91440" bIns="45720" rtlCol="0" anchor="ctr"/>
          <a:lstStyle>
            <a:lvl1pPr algn="l">
              <a:defRPr sz="1200">
                <a:solidFill>
                  <a:schemeClr val="tx1">
                    <a:tint val="75000"/>
                  </a:schemeClr>
                </a:solidFill>
              </a:defRPr>
            </a:lvl1pPr>
          </a:lstStyle>
          <a:p>
            <a:fld id="{2FA291D0-FFDA-4DC3-BF60-F73A1CE3A98A}" type="datetimeFigureOut">
              <a:rPr lang="en-IN" smtClean="0"/>
              <a:t>03-04-2026</a:t>
            </a:fld>
            <a:endParaRPr lang="en-IN"/>
          </a:p>
        </p:txBody>
      </p:sp>
      <p:sp>
        <p:nvSpPr>
          <p:cNvPr id="5" name="Footer Placeholder 4">
            <a:extLst>
              <a:ext uri="{FF2B5EF4-FFF2-40B4-BE49-F238E27FC236}">
                <a16:creationId xmlns:a16="http://schemas.microsoft.com/office/drawing/2014/main" id="{2BC6E5DE-FBC1-F21D-681B-B544061FF7CB}"/>
              </a:ext>
            </a:extLst>
          </p:cNvPr>
          <p:cNvSpPr>
            <a:spLocks noGrp="1"/>
          </p:cNvSpPr>
          <p:nvPr>
            <p:ph type="ftr" sz="quarter" idx="3"/>
          </p:nvPr>
        </p:nvSpPr>
        <p:spPr>
          <a:xfrm>
            <a:off x="4846638" y="7627938"/>
            <a:ext cx="4937125"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F5841DF-AA98-28D6-F338-0BA509EEAF88}"/>
              </a:ext>
            </a:extLst>
          </p:cNvPr>
          <p:cNvSpPr>
            <a:spLocks noGrp="1"/>
          </p:cNvSpPr>
          <p:nvPr>
            <p:ph type="sldNum" sz="quarter" idx="4"/>
          </p:nvPr>
        </p:nvSpPr>
        <p:spPr>
          <a:xfrm>
            <a:off x="10333038" y="7627938"/>
            <a:ext cx="3290887" cy="438150"/>
          </a:xfrm>
          <a:prstGeom prst="rect">
            <a:avLst/>
          </a:prstGeom>
        </p:spPr>
        <p:txBody>
          <a:bodyPr vert="horz" lIns="91440" tIns="45720" rIns="91440" bIns="45720" rtlCol="0" anchor="ctr"/>
          <a:lstStyle>
            <a:lvl1pPr algn="r">
              <a:defRPr sz="1200">
                <a:solidFill>
                  <a:schemeClr val="tx1">
                    <a:tint val="75000"/>
                  </a:schemeClr>
                </a:solidFill>
              </a:defRPr>
            </a:lvl1pPr>
          </a:lstStyle>
          <a:p>
            <a:fld id="{E355D040-A04C-490B-9218-08E8FBDC9680}" type="slidenum">
              <a:rPr lang="en-IN" smtClean="0"/>
              <a:t>‹#›</a:t>
            </a:fld>
            <a:endParaRPr lang="en-IN"/>
          </a:p>
        </p:txBody>
      </p:sp>
    </p:spTree>
    <p:extLst>
      <p:ext uri="{BB962C8B-B14F-4D97-AF65-F5344CB8AC3E}">
        <p14:creationId xmlns:p14="http://schemas.microsoft.com/office/powerpoint/2010/main" val="416923640"/>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204B21-0EF5-AD55-6A05-959827F230AA}"/>
              </a:ext>
            </a:extLst>
          </p:cNvPr>
          <p:cNvSpPr>
            <a:spLocks noGrp="1"/>
          </p:cNvSpPr>
          <p:nvPr>
            <p:ph type="title"/>
          </p:nvPr>
        </p:nvSpPr>
        <p:spPr>
          <a:xfrm>
            <a:off x="1006475" y="438150"/>
            <a:ext cx="12617450" cy="1590675"/>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773C5C6-C979-2CB5-4DB8-346E62038C30}"/>
              </a:ext>
            </a:extLst>
          </p:cNvPr>
          <p:cNvSpPr>
            <a:spLocks noGrp="1"/>
          </p:cNvSpPr>
          <p:nvPr>
            <p:ph type="body" idx="1"/>
          </p:nvPr>
        </p:nvSpPr>
        <p:spPr>
          <a:xfrm>
            <a:off x="1006475" y="2190750"/>
            <a:ext cx="12617450" cy="522128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459572-D8FF-0623-5520-9F65B4FE4D34}"/>
              </a:ext>
            </a:extLst>
          </p:cNvPr>
          <p:cNvSpPr>
            <a:spLocks noGrp="1"/>
          </p:cNvSpPr>
          <p:nvPr>
            <p:ph type="dt" sz="half" idx="2"/>
          </p:nvPr>
        </p:nvSpPr>
        <p:spPr>
          <a:xfrm>
            <a:off x="1006475" y="7627938"/>
            <a:ext cx="3290888" cy="438150"/>
          </a:xfrm>
          <a:prstGeom prst="rect">
            <a:avLst/>
          </a:prstGeom>
        </p:spPr>
        <p:txBody>
          <a:bodyPr vert="horz" lIns="91440" tIns="45720" rIns="91440" bIns="45720" rtlCol="0" anchor="ctr"/>
          <a:lstStyle>
            <a:lvl1pPr algn="l">
              <a:defRPr sz="1200">
                <a:solidFill>
                  <a:schemeClr val="tx1">
                    <a:tint val="75000"/>
                  </a:schemeClr>
                </a:solidFill>
              </a:defRPr>
            </a:lvl1pPr>
          </a:lstStyle>
          <a:p>
            <a:fld id="{0237F2EA-C1E7-4960-A4FE-5156284BD90A}" type="datetimeFigureOut">
              <a:rPr lang="en-IN" smtClean="0"/>
              <a:t>03-04-2026</a:t>
            </a:fld>
            <a:endParaRPr lang="en-IN"/>
          </a:p>
        </p:txBody>
      </p:sp>
      <p:sp>
        <p:nvSpPr>
          <p:cNvPr id="5" name="Footer Placeholder 4">
            <a:extLst>
              <a:ext uri="{FF2B5EF4-FFF2-40B4-BE49-F238E27FC236}">
                <a16:creationId xmlns:a16="http://schemas.microsoft.com/office/drawing/2014/main" id="{7D9CFA73-7046-7C81-51A6-02B5D0BE6B0C}"/>
              </a:ext>
            </a:extLst>
          </p:cNvPr>
          <p:cNvSpPr>
            <a:spLocks noGrp="1"/>
          </p:cNvSpPr>
          <p:nvPr>
            <p:ph type="ftr" sz="quarter" idx="3"/>
          </p:nvPr>
        </p:nvSpPr>
        <p:spPr>
          <a:xfrm>
            <a:off x="4846638" y="7627938"/>
            <a:ext cx="4937125" cy="43815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0D74B88-58A5-7AB3-0AF1-148AC2D082C1}"/>
              </a:ext>
            </a:extLst>
          </p:cNvPr>
          <p:cNvSpPr>
            <a:spLocks noGrp="1"/>
          </p:cNvSpPr>
          <p:nvPr>
            <p:ph type="sldNum" sz="quarter" idx="4"/>
          </p:nvPr>
        </p:nvSpPr>
        <p:spPr>
          <a:xfrm>
            <a:off x="10333038" y="7627938"/>
            <a:ext cx="3290887" cy="438150"/>
          </a:xfrm>
          <a:prstGeom prst="rect">
            <a:avLst/>
          </a:prstGeom>
        </p:spPr>
        <p:txBody>
          <a:bodyPr vert="horz" lIns="91440" tIns="45720" rIns="91440" bIns="45720" rtlCol="0" anchor="ctr"/>
          <a:lstStyle>
            <a:lvl1pPr algn="r">
              <a:defRPr sz="1200">
                <a:solidFill>
                  <a:schemeClr val="tx1">
                    <a:tint val="75000"/>
                  </a:schemeClr>
                </a:solidFill>
              </a:defRPr>
            </a:lvl1pPr>
          </a:lstStyle>
          <a:p>
            <a:fld id="{02A2964E-B199-4A4E-9EA2-500C707FC0A6}" type="slidenum">
              <a:rPr lang="en-IN" smtClean="0"/>
              <a:t>‹#›</a:t>
            </a:fld>
            <a:endParaRPr lang="en-IN"/>
          </a:p>
        </p:txBody>
      </p:sp>
    </p:spTree>
    <p:extLst>
      <p:ext uri="{BB962C8B-B14F-4D97-AF65-F5344CB8AC3E}">
        <p14:creationId xmlns:p14="http://schemas.microsoft.com/office/powerpoint/2010/main" val="3591359922"/>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2.jpeg"/><Relationship Id="rId5" Type="http://schemas.openxmlformats.org/officeDocument/2006/relationships/image" Target="../media/image11.svg"/><Relationship Id="rId4" Type="http://schemas.openxmlformats.org/officeDocument/2006/relationships/image" Target="../media/image10.svg"/></Relationships>
</file>

<file path=ppt/slides/_rels/slide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8.xml"/><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7173950" y="1865845"/>
            <a:ext cx="7292898" cy="2483130"/>
          </a:xfrm>
          <a:prstGeom prst="rect">
            <a:avLst/>
          </a:prstGeom>
          <a:noFill/>
          <a:ln/>
        </p:spPr>
        <p:txBody>
          <a:bodyPr wrap="square" lIns="0" tIns="0" rIns="0" bIns="0" rtlCol="0" anchor="t"/>
          <a:lstStyle/>
          <a:p>
            <a:pPr marL="0" indent="0" algn="l">
              <a:lnSpc>
                <a:spcPts val="6150"/>
              </a:lnSpc>
              <a:buNone/>
            </a:pPr>
            <a:r>
              <a:rPr lang="en-US" sz="5100" dirty="0" err="1">
                <a:solidFill>
                  <a:srgbClr val="054037"/>
                </a:solidFill>
                <a:latin typeface="Libre Baskerville" pitchFamily="34" charset="0"/>
                <a:ea typeface="Libre Baskerville" pitchFamily="34" charset="-122"/>
                <a:cs typeface="Libre Baskerville" pitchFamily="34" charset="-120"/>
              </a:rPr>
              <a:t>Agrobot</a:t>
            </a:r>
            <a:r>
              <a:rPr lang="en-US" sz="5100" dirty="0">
                <a:solidFill>
                  <a:srgbClr val="054037"/>
                </a:solidFill>
                <a:latin typeface="Libre Baskerville" pitchFamily="34" charset="0"/>
                <a:ea typeface="Libre Baskerville" pitchFamily="34" charset="-122"/>
                <a:cs typeface="Libre Baskerville" pitchFamily="34" charset="-120"/>
              </a:rPr>
              <a:t>: Universal AI-Based Agricultural Assistant</a:t>
            </a:r>
          </a:p>
          <a:p>
            <a:pPr marL="0" indent="0" algn="l">
              <a:lnSpc>
                <a:spcPts val="6150"/>
              </a:lnSpc>
              <a:buNone/>
            </a:pPr>
            <a:r>
              <a:rPr lang="en-US" sz="5100" dirty="0">
                <a:solidFill>
                  <a:srgbClr val="054037"/>
                </a:solidFill>
                <a:latin typeface="Libre Baskerville" pitchFamily="34" charset="0"/>
                <a:ea typeface="Libre Baskerville" pitchFamily="34" charset="-122"/>
                <a:cs typeface="Libre Baskerville" pitchFamily="34" charset="-120"/>
              </a:rPr>
              <a:t> </a:t>
            </a:r>
            <a:endParaRPr lang="en-US" sz="5100" dirty="0"/>
          </a:p>
        </p:txBody>
      </p:sp>
      <p:pic>
        <p:nvPicPr>
          <p:cNvPr id="1026" name="Picture 2" descr="Farmers HD Wallpaper">
            <a:extLst>
              <a:ext uri="{FF2B5EF4-FFF2-40B4-BE49-F238E27FC236}">
                <a16:creationId xmlns:a16="http://schemas.microsoft.com/office/drawing/2014/main" id="{0D31B553-37EC-FFB1-E83E-70BA1F4022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8364"/>
            <a:ext cx="6590371" cy="823796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ABAD5C7-E3A9-98A6-D8CC-A0A3BD167C0B}"/>
              </a:ext>
            </a:extLst>
          </p:cNvPr>
          <p:cNvSpPr txBox="1"/>
          <p:nvPr/>
        </p:nvSpPr>
        <p:spPr>
          <a:xfrm>
            <a:off x="7173950" y="4348975"/>
            <a:ext cx="6385933" cy="1200329"/>
          </a:xfrm>
          <a:prstGeom prst="rect">
            <a:avLst/>
          </a:prstGeom>
          <a:noFill/>
        </p:spPr>
        <p:txBody>
          <a:bodyPr wrap="square" rtlCol="0">
            <a:spAutoFit/>
          </a:bodyPr>
          <a:lstStyle/>
          <a:p>
            <a:r>
              <a:rPr lang="en-US" b="1" dirty="0">
                <a:solidFill>
                  <a:schemeClr val="accent6">
                    <a:lumMod val="50000"/>
                  </a:schemeClr>
                </a:solidFill>
                <a:latin typeface="Times New Roman" panose="02020603050405020304" pitchFamily="18" charset="0"/>
                <a:cs typeface="Times New Roman" panose="02020603050405020304" pitchFamily="18" charset="0"/>
              </a:rPr>
              <a:t>AI-</a:t>
            </a:r>
            <a:r>
              <a:rPr lang="en-US" b="1" dirty="0" err="1">
                <a:solidFill>
                  <a:schemeClr val="accent6">
                    <a:lumMod val="50000"/>
                  </a:schemeClr>
                </a:solidFill>
                <a:latin typeface="Times New Roman" panose="02020603050405020304" pitchFamily="18" charset="0"/>
                <a:cs typeface="Times New Roman" panose="02020603050405020304" pitchFamily="18" charset="0"/>
              </a:rPr>
              <a:t>AgroBot</a:t>
            </a:r>
            <a:r>
              <a:rPr lang="en-US" b="1" dirty="0">
                <a:solidFill>
                  <a:schemeClr val="accent6">
                    <a:lumMod val="50000"/>
                  </a:schemeClr>
                </a:solidFill>
                <a:latin typeface="Times New Roman" panose="02020603050405020304" pitchFamily="18" charset="0"/>
                <a:cs typeface="Times New Roman" panose="02020603050405020304" pitchFamily="18" charset="0"/>
              </a:rPr>
              <a:t> is an AI-based agricultural assistant that uses NLP to understand farmer queries and provides intelligent solutions such as crop recommendations, disease detection, and market insights.”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5" name="Text 2"/>
          <p:cNvSpPr/>
          <p:nvPr/>
        </p:nvSpPr>
        <p:spPr>
          <a:xfrm>
            <a:off x="800576" y="1070872"/>
            <a:ext cx="5914668" cy="455057"/>
          </a:xfrm>
          <a:prstGeom prst="rect">
            <a:avLst/>
          </a:prstGeom>
          <a:noFill/>
          <a:ln/>
        </p:spPr>
        <p:txBody>
          <a:bodyPr wrap="none" lIns="0" tIns="0" rIns="0" bIns="0" rtlCol="0" anchor="t"/>
          <a:lstStyle/>
          <a:p>
            <a:pPr marL="0" indent="0" algn="l">
              <a:lnSpc>
                <a:spcPts val="3550"/>
              </a:lnSpc>
              <a:buNone/>
            </a:pPr>
            <a:r>
              <a:rPr lang="en-US" sz="4000" dirty="0">
                <a:solidFill>
                  <a:srgbClr val="11220D"/>
                </a:solidFill>
                <a:latin typeface="Libre Baskerville" pitchFamily="34" charset="0"/>
                <a:ea typeface="Libre Baskerville" pitchFamily="34" charset="-122"/>
                <a:cs typeface="Libre Baskerville" pitchFamily="34" charset="-120"/>
              </a:rPr>
              <a:t>Problem Statement</a:t>
            </a:r>
            <a:endParaRPr lang="en-US" sz="4000" dirty="0"/>
          </a:p>
        </p:txBody>
      </p:sp>
      <p:pic>
        <p:nvPicPr>
          <p:cNvPr id="6" name="Image 1" descr="preencoded.png"/>
          <p:cNvPicPr>
            <a:picLocks noChangeAspect="1"/>
          </p:cNvPicPr>
          <p:nvPr/>
        </p:nvPicPr>
        <p:blipFill>
          <a:blip r:embed="rId3"/>
          <a:stretch>
            <a:fillRect/>
          </a:stretch>
        </p:blipFill>
        <p:spPr>
          <a:xfrm>
            <a:off x="1518230" y="1523672"/>
            <a:ext cx="11712052" cy="5090874"/>
          </a:xfrm>
          <a:prstGeom prst="rect">
            <a:avLst/>
          </a:prstGeom>
        </p:spPr>
      </p:pic>
      <p:sp>
        <p:nvSpPr>
          <p:cNvPr id="7" name="Text 3"/>
          <p:cNvSpPr/>
          <p:nvPr/>
        </p:nvSpPr>
        <p:spPr>
          <a:xfrm>
            <a:off x="5483417" y="4069109"/>
            <a:ext cx="1205888" cy="464887"/>
          </a:xfrm>
          <a:prstGeom prst="rect">
            <a:avLst/>
          </a:prstGeom>
          <a:noFill/>
          <a:ln/>
        </p:spPr>
        <p:txBody>
          <a:bodyPr wrap="square" lIns="0" tIns="0" rIns="0" bIns="0" rtlCol="0" anchor="t"/>
          <a:lstStyle/>
          <a:p>
            <a:pPr marL="0" indent="0" algn="ctr">
              <a:lnSpc>
                <a:spcPts val="1750"/>
              </a:lnSpc>
              <a:buNone/>
            </a:pPr>
            <a:r>
              <a:rPr lang="en-US" sz="1550" b="1" dirty="0">
                <a:solidFill>
                  <a:srgbClr val="FFFFFF"/>
                </a:solidFill>
                <a:latin typeface="Inter Bold" pitchFamily="34" charset="0"/>
                <a:ea typeface="Inter Bold" pitchFamily="34" charset="-122"/>
                <a:cs typeface="Inter Bold" pitchFamily="34" charset="-120"/>
              </a:rPr>
              <a:t>Problem </a:t>
            </a:r>
            <a:endParaRPr lang="en-US" sz="1550" dirty="0"/>
          </a:p>
        </p:txBody>
      </p:sp>
      <p:sp>
        <p:nvSpPr>
          <p:cNvPr id="8" name="Text 4"/>
          <p:cNvSpPr/>
          <p:nvPr/>
        </p:nvSpPr>
        <p:spPr>
          <a:xfrm>
            <a:off x="8010358" y="4069109"/>
            <a:ext cx="1361730" cy="464887"/>
          </a:xfrm>
          <a:prstGeom prst="rect">
            <a:avLst/>
          </a:prstGeom>
          <a:noFill/>
          <a:ln/>
        </p:spPr>
        <p:txBody>
          <a:bodyPr wrap="square" lIns="0" tIns="0" rIns="0" bIns="0" rtlCol="0" anchor="t"/>
          <a:lstStyle/>
          <a:p>
            <a:pPr marL="0" indent="0" algn="ctr">
              <a:lnSpc>
                <a:spcPts val="1750"/>
              </a:lnSpc>
              <a:buNone/>
            </a:pPr>
            <a:r>
              <a:rPr lang="en-US" sz="1550" b="1" dirty="0">
                <a:solidFill>
                  <a:srgbClr val="FFFFFF"/>
                </a:solidFill>
                <a:latin typeface="Inter Bold" pitchFamily="34" charset="0"/>
                <a:ea typeface="Inter Bold" pitchFamily="34" charset="-122"/>
                <a:cs typeface="Inter Bold" pitchFamily="34" charset="-120"/>
              </a:rPr>
              <a:t>Solution</a:t>
            </a:r>
            <a:endParaRPr lang="en-US" sz="1550" dirty="0"/>
          </a:p>
        </p:txBody>
      </p:sp>
      <p:sp>
        <p:nvSpPr>
          <p:cNvPr id="9" name="Text 5"/>
          <p:cNvSpPr/>
          <p:nvPr/>
        </p:nvSpPr>
        <p:spPr>
          <a:xfrm>
            <a:off x="10256606" y="5532576"/>
            <a:ext cx="2466936" cy="682465"/>
          </a:xfrm>
          <a:prstGeom prst="rect">
            <a:avLst/>
          </a:prstGeom>
          <a:noFill/>
          <a:ln/>
        </p:spPr>
        <p:txBody>
          <a:bodyPr wrap="square" lIns="0" tIns="0" rIns="0" bIns="0" rtlCol="0" anchor="t"/>
          <a:lstStyle/>
          <a:p>
            <a:pPr>
              <a:lnSpc>
                <a:spcPts val="1750"/>
              </a:lnSpc>
            </a:pPr>
            <a:r>
              <a:rPr lang="en-US" sz="1600" dirty="0">
                <a:latin typeface="Inter" panose="020B0604020202020204" charset="0"/>
                <a:ea typeface="Inter" panose="020B0604020202020204" charset="0"/>
              </a:rPr>
              <a:t>Identifies intent and key information (crop, disease, context</a:t>
            </a:r>
            <a:r>
              <a:rPr lang="en-US" sz="1600" dirty="0"/>
              <a:t>) </a:t>
            </a:r>
            <a:endParaRPr lang="en-US" sz="1550" dirty="0"/>
          </a:p>
        </p:txBody>
      </p:sp>
      <p:sp>
        <p:nvSpPr>
          <p:cNvPr id="11" name="Text 6"/>
          <p:cNvSpPr/>
          <p:nvPr/>
        </p:nvSpPr>
        <p:spPr>
          <a:xfrm>
            <a:off x="10876453" y="4021915"/>
            <a:ext cx="2258224" cy="773109"/>
          </a:xfrm>
          <a:prstGeom prst="rect">
            <a:avLst/>
          </a:prstGeom>
          <a:noFill/>
          <a:ln/>
        </p:spPr>
        <p:txBody>
          <a:bodyPr wrap="square" lIns="0" tIns="0" rIns="0" bIns="0" rtlCol="0" anchor="t"/>
          <a:lstStyle/>
          <a:p>
            <a:pPr>
              <a:lnSpc>
                <a:spcPts val="1750"/>
              </a:lnSpc>
            </a:pPr>
            <a:r>
              <a:rPr lang="en-US" sz="1600" dirty="0">
                <a:latin typeface="Inter" panose="020B0604020202020204" charset="0"/>
                <a:ea typeface="Inter" panose="020B0604020202020204" charset="0"/>
              </a:rPr>
              <a:t>Uses NLP to understand queries in natural language </a:t>
            </a:r>
            <a:endParaRPr lang="en-US" sz="1550" dirty="0">
              <a:latin typeface="Inter" panose="020B0604020202020204" charset="0"/>
              <a:ea typeface="Inter" panose="020B0604020202020204" charset="0"/>
            </a:endParaRPr>
          </a:p>
        </p:txBody>
      </p:sp>
      <p:sp>
        <p:nvSpPr>
          <p:cNvPr id="13" name="Text 7"/>
          <p:cNvSpPr/>
          <p:nvPr/>
        </p:nvSpPr>
        <p:spPr>
          <a:xfrm>
            <a:off x="10256606" y="2385500"/>
            <a:ext cx="3158312" cy="682465"/>
          </a:xfrm>
          <a:prstGeom prst="rect">
            <a:avLst/>
          </a:prstGeom>
          <a:noFill/>
          <a:ln/>
        </p:spPr>
        <p:txBody>
          <a:bodyPr wrap="square" lIns="0" tIns="0" rIns="0" bIns="0" rtlCol="0" anchor="t"/>
          <a:lstStyle/>
          <a:p>
            <a:pPr>
              <a:lnSpc>
                <a:spcPts val="1750"/>
              </a:lnSpc>
            </a:pPr>
            <a:r>
              <a:rPr lang="en-US" sz="1600" dirty="0">
                <a:latin typeface="Inter" panose="020B0604020202020204" charset="0"/>
                <a:ea typeface="Inter" panose="020B0604020202020204" charset="0"/>
              </a:rPr>
              <a:t>Provides crop advisory, disease detection, market insights, and guidance </a:t>
            </a:r>
            <a:endParaRPr lang="en-US" sz="1550" dirty="0">
              <a:latin typeface="Inter" panose="020B0604020202020204" charset="0"/>
              <a:ea typeface="Inter" panose="020B0604020202020204" charset="0"/>
            </a:endParaRPr>
          </a:p>
        </p:txBody>
      </p:sp>
      <p:sp>
        <p:nvSpPr>
          <p:cNvPr id="15" name="Text 8"/>
          <p:cNvSpPr/>
          <p:nvPr/>
        </p:nvSpPr>
        <p:spPr>
          <a:xfrm>
            <a:off x="2300001" y="5645592"/>
            <a:ext cx="2220186" cy="456434"/>
          </a:xfrm>
          <a:prstGeom prst="rect">
            <a:avLst/>
          </a:prstGeom>
          <a:noFill/>
          <a:ln/>
        </p:spPr>
        <p:txBody>
          <a:bodyPr wrap="square" lIns="0" tIns="0" rIns="0" bIns="0" rtlCol="0" anchor="t"/>
          <a:lstStyle/>
          <a:p>
            <a:pPr algn="r">
              <a:lnSpc>
                <a:spcPts val="1750"/>
              </a:lnSpc>
            </a:pPr>
            <a:r>
              <a:rPr lang="en-US" sz="1600" dirty="0">
                <a:latin typeface="Inter" panose="020B0604020202020204" charset="0"/>
                <a:ea typeface="Inter" panose="020B0604020202020204" charset="0"/>
              </a:rPr>
              <a:t>Difficulty in identifying key information</a:t>
            </a:r>
            <a:endParaRPr lang="en-US" sz="1550" dirty="0">
              <a:latin typeface="Inter" panose="020B0604020202020204" charset="0"/>
              <a:ea typeface="Inter" panose="020B0604020202020204" charset="0"/>
            </a:endParaRPr>
          </a:p>
        </p:txBody>
      </p:sp>
      <p:sp>
        <p:nvSpPr>
          <p:cNvPr id="17" name="Text 9"/>
          <p:cNvSpPr/>
          <p:nvPr/>
        </p:nvSpPr>
        <p:spPr>
          <a:xfrm>
            <a:off x="1871741" y="3918549"/>
            <a:ext cx="1960976" cy="684651"/>
          </a:xfrm>
          <a:prstGeom prst="rect">
            <a:avLst/>
          </a:prstGeom>
          <a:noFill/>
          <a:ln/>
        </p:spPr>
        <p:txBody>
          <a:bodyPr wrap="square" lIns="0" tIns="0" rIns="0" bIns="0" rtlCol="0" anchor="t"/>
          <a:lstStyle/>
          <a:p>
            <a:pPr marL="0" indent="0" algn="r">
              <a:lnSpc>
                <a:spcPts val="1750"/>
              </a:lnSpc>
              <a:buNone/>
            </a:pPr>
            <a:endParaRPr lang="en-US" sz="1550" dirty="0"/>
          </a:p>
        </p:txBody>
      </p:sp>
      <p:sp>
        <p:nvSpPr>
          <p:cNvPr id="19" name="Text 10"/>
          <p:cNvSpPr/>
          <p:nvPr/>
        </p:nvSpPr>
        <p:spPr>
          <a:xfrm>
            <a:off x="2005793" y="2385500"/>
            <a:ext cx="2368002" cy="716912"/>
          </a:xfrm>
          <a:prstGeom prst="rect">
            <a:avLst/>
          </a:prstGeom>
          <a:noFill/>
          <a:ln/>
        </p:spPr>
        <p:txBody>
          <a:bodyPr wrap="square" lIns="0" tIns="0" rIns="0" bIns="0" rtlCol="0" anchor="t"/>
          <a:lstStyle/>
          <a:p>
            <a:pPr algn="r">
              <a:lnSpc>
                <a:spcPts val="1750"/>
              </a:lnSpc>
            </a:pPr>
            <a:r>
              <a:rPr lang="en-US" sz="1600" dirty="0">
                <a:latin typeface="Inter" panose="020B0604020202020204" charset="0"/>
                <a:ea typeface="Inter" panose="020B0604020202020204" charset="0"/>
              </a:rPr>
              <a:t>Need for crop advisory, disease detection, and market insights</a:t>
            </a:r>
          </a:p>
        </p:txBody>
      </p:sp>
      <p:sp>
        <p:nvSpPr>
          <p:cNvPr id="21" name="Shape 11"/>
          <p:cNvSpPr/>
          <p:nvPr/>
        </p:nvSpPr>
        <p:spPr>
          <a:xfrm>
            <a:off x="468352" y="6780847"/>
            <a:ext cx="6905904" cy="1058460"/>
          </a:xfrm>
          <a:prstGeom prst="roundRect">
            <a:avLst>
              <a:gd name="adj" fmla="val 12122"/>
            </a:avLst>
          </a:prstGeom>
          <a:solidFill>
            <a:srgbClr val="228B22"/>
          </a:solidFill>
          <a:ln/>
        </p:spPr>
      </p:sp>
      <p:sp>
        <p:nvSpPr>
          <p:cNvPr id="22" name="Text 12"/>
          <p:cNvSpPr/>
          <p:nvPr/>
        </p:nvSpPr>
        <p:spPr>
          <a:xfrm>
            <a:off x="710981" y="6849976"/>
            <a:ext cx="6553615" cy="765360"/>
          </a:xfrm>
          <a:prstGeom prst="rect">
            <a:avLst/>
          </a:prstGeom>
          <a:noFill/>
          <a:ln/>
        </p:spPr>
        <p:txBody>
          <a:bodyPr wrap="square" lIns="0" tIns="0" rIns="0" bIns="0" rtlCol="0" anchor="t"/>
          <a:lstStyle/>
          <a:p>
            <a:pPr algn="just"/>
            <a:r>
              <a:rPr lang="en-US" sz="1400" dirty="0">
                <a:latin typeface="Inter" panose="020B0604020202020204" charset="0"/>
                <a:ea typeface="Inter" panose="020B0604020202020204" charset="0"/>
              </a:rPr>
              <a:t>Farmers require support for crop advisory, disease detection, market insights, and farming guidance. However, their queries are in natural language (unstructured), which makes it difficult for systems to understand and generate meaningful, context-aware responses.</a:t>
            </a:r>
            <a:r>
              <a:rPr lang="en-US" sz="1400" dirty="0">
                <a:solidFill>
                  <a:srgbClr val="FDFBD4"/>
                </a:solidFill>
                <a:latin typeface="Inter" panose="020B0604020202020204" charset="0"/>
                <a:ea typeface="Inter" panose="020B0604020202020204" charset="0"/>
                <a:cs typeface="Inter" pitchFamily="34" charset="-120"/>
              </a:rPr>
              <a:t>.</a:t>
            </a:r>
            <a:endParaRPr lang="en-US" sz="1400" dirty="0">
              <a:latin typeface="Inter" panose="020B0604020202020204" charset="0"/>
              <a:ea typeface="Inter" panose="020B0604020202020204" charset="0"/>
            </a:endParaRPr>
          </a:p>
        </p:txBody>
      </p:sp>
      <p:sp>
        <p:nvSpPr>
          <p:cNvPr id="23" name="Text 13"/>
          <p:cNvSpPr/>
          <p:nvPr/>
        </p:nvSpPr>
        <p:spPr>
          <a:xfrm>
            <a:off x="7682449" y="6880216"/>
            <a:ext cx="6236970" cy="646571"/>
          </a:xfrm>
          <a:prstGeom prst="rect">
            <a:avLst/>
          </a:prstGeom>
          <a:noFill/>
          <a:ln/>
        </p:spPr>
        <p:txBody>
          <a:bodyPr wrap="square" lIns="0" tIns="0" rIns="0" bIns="0" rtlCol="0" anchor="t"/>
          <a:lstStyle/>
          <a:p>
            <a:pPr algn="just"/>
            <a:r>
              <a:rPr lang="en-US" sz="1400" dirty="0">
                <a:latin typeface="Inter" panose="020B0604020202020204" charset="0"/>
                <a:ea typeface="Inter" panose="020B0604020202020204" charset="0"/>
              </a:rPr>
              <a:t>AI-</a:t>
            </a:r>
            <a:r>
              <a:rPr lang="en-US" sz="1400" dirty="0" err="1">
                <a:latin typeface="Inter" panose="020B0604020202020204" charset="0"/>
                <a:ea typeface="Inter" panose="020B0604020202020204" charset="0"/>
              </a:rPr>
              <a:t>AgroBot</a:t>
            </a:r>
            <a:r>
              <a:rPr lang="en-US" sz="1400" dirty="0">
                <a:latin typeface="Inter" panose="020B0604020202020204" charset="0"/>
                <a:ea typeface="Inter" panose="020B0604020202020204" charset="0"/>
              </a:rPr>
              <a:t> is an AI-powered platform that uses NLP to understand farmer queries and convert unstructured text into structured information. It generates context-aware responses and provides crop advice, disease detection, and market insights through a simple interface</a:t>
            </a:r>
            <a:r>
              <a:rPr lang="en-US" sz="1200" dirty="0"/>
              <a:t>.</a:t>
            </a:r>
          </a:p>
          <a:p>
            <a:pPr marL="0" indent="0" algn="l">
              <a:lnSpc>
                <a:spcPts val="1300"/>
              </a:lnSpc>
              <a:buNone/>
            </a:pPr>
            <a:endParaRPr lang="en-US" sz="1150" dirty="0"/>
          </a:p>
        </p:txBody>
      </p:sp>
      <p:sp>
        <p:nvSpPr>
          <p:cNvPr id="25" name="TextBox 24">
            <a:extLst>
              <a:ext uri="{FF2B5EF4-FFF2-40B4-BE49-F238E27FC236}">
                <a16:creationId xmlns:a16="http://schemas.microsoft.com/office/drawing/2014/main" id="{56274333-5EC3-53BA-0163-799E4FF8DF66}"/>
              </a:ext>
            </a:extLst>
          </p:cNvPr>
          <p:cNvSpPr txBox="1"/>
          <p:nvPr/>
        </p:nvSpPr>
        <p:spPr>
          <a:xfrm>
            <a:off x="1422626" y="4069109"/>
            <a:ext cx="2556426" cy="584775"/>
          </a:xfrm>
          <a:prstGeom prst="rect">
            <a:avLst/>
          </a:prstGeom>
          <a:noFill/>
        </p:spPr>
        <p:txBody>
          <a:bodyPr wrap="square">
            <a:spAutoFit/>
          </a:bodyPr>
          <a:lstStyle/>
          <a:p>
            <a:r>
              <a:rPr lang="en-US" sz="1600" dirty="0">
                <a:latin typeface="Inter" panose="020B0604020202020204" charset="0"/>
                <a:ea typeface="Inter" panose="020B0604020202020204" charset="0"/>
              </a:rPr>
              <a:t>Systems cannot directly </a:t>
            </a:r>
          </a:p>
          <a:p>
            <a:r>
              <a:rPr lang="en-US" sz="1600" dirty="0">
                <a:latin typeface="Inter" panose="020B0604020202020204" charset="0"/>
                <a:ea typeface="Inter" panose="020B0604020202020204" charset="0"/>
              </a:rPr>
              <a:t>understand input</a:t>
            </a:r>
            <a:endParaRPr lang="en-IN" sz="1600" dirty="0">
              <a:latin typeface="Inter" panose="020B0604020202020204" charset="0"/>
              <a:ea typeface="Inter" panose="020B06040202020202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7" name="Text 4"/>
          <p:cNvSpPr/>
          <p:nvPr/>
        </p:nvSpPr>
        <p:spPr>
          <a:xfrm>
            <a:off x="6130290" y="5085993"/>
            <a:ext cx="2369701" cy="284321"/>
          </a:xfrm>
          <a:prstGeom prst="rect">
            <a:avLst/>
          </a:prstGeom>
          <a:noFill/>
          <a:ln/>
        </p:spPr>
        <p:txBody>
          <a:bodyPr wrap="none" lIns="0" tIns="0" rIns="0" bIns="0" rtlCol="0" anchor="t"/>
          <a:lstStyle/>
          <a:p>
            <a:pPr marL="0" indent="0" algn="ctr">
              <a:lnSpc>
                <a:spcPts val="2200"/>
              </a:lnSpc>
              <a:buNone/>
            </a:pPr>
            <a:endParaRPr lang="en-US" sz="1850" dirty="0"/>
          </a:p>
        </p:txBody>
      </p:sp>
      <p:sp>
        <p:nvSpPr>
          <p:cNvPr id="8" name="Text 5"/>
          <p:cNvSpPr/>
          <p:nvPr/>
        </p:nvSpPr>
        <p:spPr>
          <a:xfrm>
            <a:off x="9658707" y="4223504"/>
            <a:ext cx="4213384" cy="625554"/>
          </a:xfrm>
          <a:prstGeom prst="rect">
            <a:avLst/>
          </a:prstGeom>
          <a:noFill/>
          <a:ln/>
        </p:spPr>
        <p:txBody>
          <a:bodyPr wrap="none" lIns="0" tIns="0" rIns="0" bIns="0" rtlCol="0" anchor="t"/>
          <a:lstStyle/>
          <a:p>
            <a:pPr marL="0" indent="0" algn="ctr">
              <a:lnSpc>
                <a:spcPts val="4900"/>
              </a:lnSpc>
              <a:buNone/>
            </a:pPr>
            <a:endParaRPr lang="en-US" sz="4900" dirty="0"/>
          </a:p>
        </p:txBody>
      </p:sp>
      <p:sp>
        <p:nvSpPr>
          <p:cNvPr id="14" name="Text 11"/>
          <p:cNvSpPr/>
          <p:nvPr/>
        </p:nvSpPr>
        <p:spPr>
          <a:xfrm>
            <a:off x="5389840" y="5780723"/>
            <a:ext cx="2652832" cy="284321"/>
          </a:xfrm>
          <a:prstGeom prst="rect">
            <a:avLst/>
          </a:prstGeom>
          <a:noFill/>
          <a:ln/>
        </p:spPr>
        <p:txBody>
          <a:bodyPr wrap="none" lIns="0" tIns="0" rIns="0" bIns="0" rtlCol="0" anchor="t"/>
          <a:lstStyle/>
          <a:p>
            <a:pPr marL="0" indent="0" algn="l">
              <a:lnSpc>
                <a:spcPts val="2200"/>
              </a:lnSpc>
              <a:buNone/>
            </a:pPr>
            <a:endParaRPr lang="en-US" sz="1850" dirty="0"/>
          </a:p>
        </p:txBody>
      </p:sp>
      <p:sp>
        <p:nvSpPr>
          <p:cNvPr id="15" name="Text 12"/>
          <p:cNvSpPr/>
          <p:nvPr/>
        </p:nvSpPr>
        <p:spPr>
          <a:xfrm>
            <a:off x="5389840" y="6178748"/>
            <a:ext cx="3850600" cy="947738"/>
          </a:xfrm>
          <a:prstGeom prst="rect">
            <a:avLst/>
          </a:prstGeom>
          <a:noFill/>
          <a:ln/>
        </p:spPr>
        <p:txBody>
          <a:bodyPr wrap="square" lIns="0" tIns="0" rIns="0" bIns="0" rtlCol="0" anchor="t"/>
          <a:lstStyle/>
          <a:p>
            <a:pPr marL="0" indent="0" algn="l">
              <a:lnSpc>
                <a:spcPts val="1850"/>
              </a:lnSpc>
              <a:buNone/>
            </a:pPr>
            <a:endParaRPr lang="en-US" sz="1450" dirty="0"/>
          </a:p>
        </p:txBody>
      </p:sp>
      <p:sp>
        <p:nvSpPr>
          <p:cNvPr id="18" name="Text 15"/>
          <p:cNvSpPr/>
          <p:nvPr/>
        </p:nvSpPr>
        <p:spPr>
          <a:xfrm>
            <a:off x="9824323" y="6178748"/>
            <a:ext cx="3850481" cy="710803"/>
          </a:xfrm>
          <a:prstGeom prst="rect">
            <a:avLst/>
          </a:prstGeom>
          <a:noFill/>
          <a:ln/>
        </p:spPr>
        <p:txBody>
          <a:bodyPr wrap="square" lIns="0" tIns="0" rIns="0" bIns="0" rtlCol="0" anchor="t"/>
          <a:lstStyle/>
          <a:p>
            <a:pPr marL="0" indent="0" algn="l">
              <a:lnSpc>
                <a:spcPts val="1850"/>
              </a:lnSpc>
              <a:buNone/>
            </a:pPr>
            <a:endParaRPr lang="en-US" sz="1450" dirty="0"/>
          </a:p>
        </p:txBody>
      </p:sp>
      <p:pic>
        <p:nvPicPr>
          <p:cNvPr id="21" name="Picture 20">
            <a:extLst>
              <a:ext uri="{FF2B5EF4-FFF2-40B4-BE49-F238E27FC236}">
                <a16:creationId xmlns:a16="http://schemas.microsoft.com/office/drawing/2014/main" id="{4EF40FA7-A3A6-3D34-A9B0-C64F47B684E2}"/>
              </a:ext>
            </a:extLst>
          </p:cNvPr>
          <p:cNvPicPr>
            <a:picLocks noChangeAspect="1"/>
          </p:cNvPicPr>
          <p:nvPr/>
        </p:nvPicPr>
        <p:blipFill>
          <a:blip r:embed="rId3"/>
          <a:stretch>
            <a:fillRect/>
          </a:stretch>
        </p:blipFill>
        <p:spPr>
          <a:xfrm>
            <a:off x="758310" y="444645"/>
            <a:ext cx="12478188" cy="733748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18" name="Text 14"/>
          <p:cNvSpPr/>
          <p:nvPr/>
        </p:nvSpPr>
        <p:spPr>
          <a:xfrm>
            <a:off x="9684486" y="2125236"/>
            <a:ext cx="1635439" cy="191291"/>
          </a:xfrm>
          <a:prstGeom prst="rect">
            <a:avLst/>
          </a:prstGeom>
          <a:noFill/>
          <a:ln/>
        </p:spPr>
        <p:txBody>
          <a:bodyPr wrap="none" lIns="0" tIns="0" rIns="0" bIns="0" rtlCol="0" anchor="t"/>
          <a:lstStyle/>
          <a:p>
            <a:pPr marL="0" indent="0" algn="ctr">
              <a:lnSpc>
                <a:spcPts val="1500"/>
              </a:lnSpc>
              <a:buNone/>
            </a:pPr>
            <a:r>
              <a:rPr lang="en-US" sz="1250" dirty="0">
                <a:solidFill>
                  <a:srgbClr val="FFFFFF"/>
                </a:solidFill>
                <a:latin typeface="Libre Baskerville" pitchFamily="34" charset="0"/>
                <a:ea typeface="Libre Baskerville" pitchFamily="34" charset="-122"/>
                <a:cs typeface="Libre Baskerville" pitchFamily="34" charset="-120"/>
              </a:rPr>
              <a:t>Fundraising Process</a:t>
            </a:r>
            <a:endParaRPr lang="en-US" sz="1250" dirty="0"/>
          </a:p>
        </p:txBody>
      </p:sp>
      <p:sp>
        <p:nvSpPr>
          <p:cNvPr id="19" name="Text 15"/>
          <p:cNvSpPr/>
          <p:nvPr/>
        </p:nvSpPr>
        <p:spPr>
          <a:xfrm>
            <a:off x="8010108" y="4819252"/>
            <a:ext cx="1796010" cy="382582"/>
          </a:xfrm>
          <a:prstGeom prst="rect">
            <a:avLst/>
          </a:prstGeom>
          <a:noFill/>
          <a:ln/>
        </p:spPr>
        <p:txBody>
          <a:bodyPr wrap="square" lIns="0" tIns="0" rIns="0" bIns="0" rtlCol="0" anchor="t"/>
          <a:lstStyle/>
          <a:p>
            <a:pPr marL="0" indent="0" algn="ctr">
              <a:lnSpc>
                <a:spcPts val="1500"/>
              </a:lnSpc>
              <a:buNone/>
            </a:pPr>
            <a:r>
              <a:rPr lang="en-US" sz="1250" dirty="0">
                <a:solidFill>
                  <a:srgbClr val="FFFFFF"/>
                </a:solidFill>
                <a:latin typeface="Libre Baskerville" pitchFamily="34" charset="0"/>
                <a:ea typeface="Libre Baskerville" pitchFamily="34" charset="-122"/>
                <a:cs typeface="Libre Baskerville" pitchFamily="34" charset="-120"/>
              </a:rPr>
              <a:t>VC Meetings &amp; Due Diligence</a:t>
            </a:r>
            <a:endParaRPr lang="en-US" sz="1250" dirty="0"/>
          </a:p>
        </p:txBody>
      </p:sp>
      <p:sp>
        <p:nvSpPr>
          <p:cNvPr id="20" name="Text 16"/>
          <p:cNvSpPr/>
          <p:nvPr/>
        </p:nvSpPr>
        <p:spPr>
          <a:xfrm>
            <a:off x="11299252" y="4914897"/>
            <a:ext cx="1594092" cy="191291"/>
          </a:xfrm>
          <a:prstGeom prst="rect">
            <a:avLst/>
          </a:prstGeom>
          <a:noFill/>
          <a:ln/>
        </p:spPr>
        <p:txBody>
          <a:bodyPr wrap="none" lIns="0" tIns="0" rIns="0" bIns="0" rtlCol="0" anchor="t"/>
          <a:lstStyle/>
          <a:p>
            <a:pPr marL="0" indent="0" algn="ctr">
              <a:lnSpc>
                <a:spcPts val="1500"/>
              </a:lnSpc>
              <a:buNone/>
            </a:pPr>
            <a:r>
              <a:rPr lang="en-US" sz="1250" dirty="0">
                <a:solidFill>
                  <a:srgbClr val="FFFFFF"/>
                </a:solidFill>
                <a:latin typeface="Libre Baskerville" pitchFamily="34" charset="0"/>
                <a:ea typeface="Libre Baskerville" pitchFamily="34" charset="-122"/>
                <a:cs typeface="Libre Baskerville" pitchFamily="34" charset="-120"/>
              </a:rPr>
              <a:t>Round Closing</a:t>
            </a:r>
            <a:endParaRPr lang="en-US" sz="1250" dirty="0"/>
          </a:p>
        </p:txBody>
      </p:sp>
      <p:sp>
        <p:nvSpPr>
          <p:cNvPr id="22" name="Text 18"/>
          <p:cNvSpPr/>
          <p:nvPr/>
        </p:nvSpPr>
        <p:spPr>
          <a:xfrm>
            <a:off x="10932611" y="3387226"/>
            <a:ext cx="1065384" cy="191291"/>
          </a:xfrm>
          <a:prstGeom prst="rect">
            <a:avLst/>
          </a:prstGeom>
          <a:noFill/>
          <a:ln/>
        </p:spPr>
        <p:txBody>
          <a:bodyPr wrap="none" lIns="0" tIns="0" rIns="0" bIns="0" rtlCol="0" anchor="t"/>
          <a:lstStyle/>
          <a:p>
            <a:pPr marL="0" indent="0" algn="ctr">
              <a:lnSpc>
                <a:spcPts val="1500"/>
              </a:lnSpc>
              <a:buNone/>
            </a:pPr>
            <a:r>
              <a:rPr lang="en-US" sz="1250" dirty="0">
                <a:solidFill>
                  <a:srgbClr val="FFFFFF"/>
                </a:solidFill>
                <a:latin typeface="Libre Baskerville" pitchFamily="34" charset="0"/>
                <a:ea typeface="Libre Baskerville" pitchFamily="34" charset="-122"/>
                <a:cs typeface="Libre Baskerville" pitchFamily="34" charset="-120"/>
              </a:rPr>
              <a:t>Finalization</a:t>
            </a:r>
            <a:endParaRPr lang="en-US" sz="1250" dirty="0"/>
          </a:p>
        </p:txBody>
      </p:sp>
      <p:sp>
        <p:nvSpPr>
          <p:cNvPr id="23" name="Text 19"/>
          <p:cNvSpPr/>
          <p:nvPr/>
        </p:nvSpPr>
        <p:spPr>
          <a:xfrm>
            <a:off x="10201985" y="4819252"/>
            <a:ext cx="600441" cy="382582"/>
          </a:xfrm>
          <a:prstGeom prst="rect">
            <a:avLst/>
          </a:prstGeom>
          <a:noFill/>
          <a:ln/>
        </p:spPr>
        <p:txBody>
          <a:bodyPr wrap="square" lIns="0" tIns="0" rIns="0" bIns="0" rtlCol="0" anchor="t"/>
          <a:lstStyle/>
          <a:p>
            <a:pPr marL="0" indent="0" algn="ctr">
              <a:lnSpc>
                <a:spcPts val="1500"/>
              </a:lnSpc>
              <a:buNone/>
            </a:pPr>
            <a:r>
              <a:rPr lang="en-US" sz="1250" dirty="0">
                <a:solidFill>
                  <a:srgbClr val="FFFFFF"/>
                </a:solidFill>
                <a:latin typeface="Libre Baskerville" pitchFamily="34" charset="0"/>
                <a:ea typeface="Libre Baskerville" pitchFamily="34" charset="-122"/>
                <a:cs typeface="Libre Baskerville" pitchFamily="34" charset="-120"/>
              </a:rPr>
              <a:t>Term Sheet</a:t>
            </a:r>
            <a:endParaRPr lang="en-US" sz="1250" dirty="0"/>
          </a:p>
        </p:txBody>
      </p:sp>
      <p:sp>
        <p:nvSpPr>
          <p:cNvPr id="24" name="Text 20"/>
          <p:cNvSpPr/>
          <p:nvPr/>
        </p:nvSpPr>
        <p:spPr>
          <a:xfrm>
            <a:off x="10135565" y="3822944"/>
            <a:ext cx="733282" cy="382582"/>
          </a:xfrm>
          <a:prstGeom prst="rect">
            <a:avLst/>
          </a:prstGeom>
          <a:noFill/>
          <a:ln/>
        </p:spPr>
        <p:txBody>
          <a:bodyPr wrap="square" lIns="0" tIns="0" rIns="0" bIns="0" rtlCol="0" anchor="t"/>
          <a:lstStyle/>
          <a:p>
            <a:pPr marL="0" indent="0" algn="ctr">
              <a:lnSpc>
                <a:spcPts val="1500"/>
              </a:lnSpc>
              <a:buNone/>
            </a:pPr>
            <a:r>
              <a:rPr lang="en-US" sz="1250" dirty="0">
                <a:solidFill>
                  <a:srgbClr val="FFFFFF"/>
                </a:solidFill>
                <a:latin typeface="Libre Baskerville" pitchFamily="34" charset="0"/>
                <a:ea typeface="Libre Baskerville" pitchFamily="34" charset="-122"/>
                <a:cs typeface="Libre Baskerville" pitchFamily="34" charset="-120"/>
              </a:rPr>
              <a:t>Negotiation</a:t>
            </a:r>
            <a:endParaRPr lang="en-US" sz="1250" dirty="0"/>
          </a:p>
        </p:txBody>
      </p:sp>
      <p:sp>
        <p:nvSpPr>
          <p:cNvPr id="25" name="Text 21"/>
          <p:cNvSpPr/>
          <p:nvPr/>
        </p:nvSpPr>
        <p:spPr>
          <a:xfrm>
            <a:off x="7124938" y="6447830"/>
            <a:ext cx="6754654" cy="202525"/>
          </a:xfrm>
          <a:prstGeom prst="rect">
            <a:avLst/>
          </a:prstGeom>
          <a:noFill/>
          <a:ln/>
        </p:spPr>
        <p:txBody>
          <a:bodyPr wrap="none" lIns="0" tIns="0" rIns="0" bIns="0" rtlCol="0" anchor="t"/>
          <a:lstStyle/>
          <a:p>
            <a:pPr marL="0" indent="0" algn="l">
              <a:lnSpc>
                <a:spcPts val="1550"/>
              </a:lnSpc>
              <a:buNone/>
            </a:pPr>
            <a:endParaRPr lang="en-US" sz="1300" dirty="0"/>
          </a:p>
        </p:txBody>
      </p:sp>
      <p:pic>
        <p:nvPicPr>
          <p:cNvPr id="28" name="Picture 27">
            <a:extLst>
              <a:ext uri="{FF2B5EF4-FFF2-40B4-BE49-F238E27FC236}">
                <a16:creationId xmlns:a16="http://schemas.microsoft.com/office/drawing/2014/main" id="{5A6BC238-BEA5-CD23-1064-FC80CF41B573}"/>
              </a:ext>
            </a:extLst>
          </p:cNvPr>
          <p:cNvPicPr>
            <a:picLocks noChangeAspect="1"/>
          </p:cNvPicPr>
          <p:nvPr/>
        </p:nvPicPr>
        <p:blipFill>
          <a:blip r:embed="rId3"/>
          <a:stretch>
            <a:fillRect/>
          </a:stretch>
        </p:blipFill>
        <p:spPr>
          <a:xfrm>
            <a:off x="7315903" y="306"/>
            <a:ext cx="6973045" cy="8229294"/>
          </a:xfrm>
          <a:prstGeom prst="rect">
            <a:avLst/>
          </a:prstGeom>
        </p:spPr>
      </p:pic>
      <p:pic>
        <p:nvPicPr>
          <p:cNvPr id="4098" name="Picture 2" descr="AI in Agriculture Shaping The Future Of Farming - Imenso Software">
            <a:extLst>
              <a:ext uri="{FF2B5EF4-FFF2-40B4-BE49-F238E27FC236}">
                <a16:creationId xmlns:a16="http://schemas.microsoft.com/office/drawing/2014/main" id="{D43D6B78-AA93-8EFF-6F82-DB173C8477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0951" y="1193484"/>
            <a:ext cx="7133476" cy="60240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0359D6CC-3E4C-C49A-B0C3-2FF626E1E4CE}"/>
              </a:ext>
            </a:extLst>
          </p:cNvPr>
          <p:cNvPicPr>
            <a:picLocks noChangeAspect="1"/>
          </p:cNvPicPr>
          <p:nvPr/>
        </p:nvPicPr>
        <p:blipFill>
          <a:blip r:embed="rId3"/>
          <a:stretch>
            <a:fillRect/>
          </a:stretch>
        </p:blipFill>
        <p:spPr>
          <a:xfrm>
            <a:off x="320936" y="457198"/>
            <a:ext cx="7181386" cy="7571679"/>
          </a:xfrm>
          <a:prstGeom prst="rect">
            <a:avLst/>
          </a:prstGeom>
        </p:spPr>
      </p:pic>
      <p:pic>
        <p:nvPicPr>
          <p:cNvPr id="16" name="Picture 15">
            <a:extLst>
              <a:ext uri="{FF2B5EF4-FFF2-40B4-BE49-F238E27FC236}">
                <a16:creationId xmlns:a16="http://schemas.microsoft.com/office/drawing/2014/main" id="{F3A068E7-2995-A8E2-E918-5AECFC18F113}"/>
              </a:ext>
            </a:extLst>
          </p:cNvPr>
          <p:cNvPicPr>
            <a:picLocks noChangeAspect="1"/>
          </p:cNvPicPr>
          <p:nvPr/>
        </p:nvPicPr>
        <p:blipFill>
          <a:blip r:embed="rId4"/>
          <a:stretch>
            <a:fillRect/>
          </a:stretch>
        </p:blipFill>
        <p:spPr>
          <a:xfrm>
            <a:off x="7811400" y="1683834"/>
            <a:ext cx="6498064" cy="444933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1806" y="2570083"/>
            <a:ext cx="255865" cy="255865"/>
          </a:xfrm>
          <a:prstGeom prst="rect">
            <a:avLst/>
          </a:prstGeom>
        </p:spPr>
      </p:pic>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46169" y="2570083"/>
            <a:ext cx="255865" cy="255865"/>
          </a:xfrm>
          <a:prstGeom prst="rect">
            <a:avLst/>
          </a:prstGeom>
        </p:spPr>
      </p:pic>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980652" y="2570083"/>
            <a:ext cx="255865" cy="255865"/>
          </a:xfrm>
          <a:prstGeom prst="rect">
            <a:avLst/>
          </a:prstGeom>
        </p:spPr>
      </p:pic>
      <p:sp>
        <p:nvSpPr>
          <p:cNvPr id="22" name="Shape 17"/>
          <p:cNvSpPr/>
          <p:nvPr/>
        </p:nvSpPr>
        <p:spPr>
          <a:xfrm>
            <a:off x="0" y="0"/>
            <a:ext cx="14630399" cy="8229600"/>
          </a:xfrm>
          <a:prstGeom prst="roundRect">
            <a:avLst>
              <a:gd name="adj" fmla="val 6563"/>
            </a:avLst>
          </a:prstGeom>
          <a:solidFill>
            <a:srgbClr val="C2F0C2"/>
          </a:solidFill>
          <a:ln/>
        </p:spPr>
      </p:sp>
      <p:sp>
        <p:nvSpPr>
          <p:cNvPr id="24" name="Text 18"/>
          <p:cNvSpPr/>
          <p:nvPr/>
        </p:nvSpPr>
        <p:spPr>
          <a:xfrm>
            <a:off x="1374338" y="6671786"/>
            <a:ext cx="12308205" cy="710803"/>
          </a:xfrm>
          <a:prstGeom prst="rect">
            <a:avLst/>
          </a:prstGeom>
          <a:noFill/>
          <a:ln/>
        </p:spPr>
        <p:txBody>
          <a:bodyPr wrap="square" lIns="0" tIns="0" rIns="0" bIns="0" rtlCol="0" anchor="t"/>
          <a:lstStyle/>
          <a:p>
            <a:pPr marL="0" indent="0" algn="l">
              <a:lnSpc>
                <a:spcPts val="1850"/>
              </a:lnSpc>
              <a:buNone/>
            </a:pPr>
            <a:endParaRPr lang="en-US" sz="1450" dirty="0"/>
          </a:p>
        </p:txBody>
      </p:sp>
      <p:pic>
        <p:nvPicPr>
          <p:cNvPr id="28" name="Picture 27">
            <a:extLst>
              <a:ext uri="{FF2B5EF4-FFF2-40B4-BE49-F238E27FC236}">
                <a16:creationId xmlns:a16="http://schemas.microsoft.com/office/drawing/2014/main" id="{A54D82BC-35EC-3E2D-86A9-9756A4893B0D}"/>
              </a:ext>
            </a:extLst>
          </p:cNvPr>
          <p:cNvPicPr>
            <a:picLocks noChangeAspect="1"/>
          </p:cNvPicPr>
          <p:nvPr/>
        </p:nvPicPr>
        <p:blipFill>
          <a:blip r:embed="rId6"/>
          <a:stretch>
            <a:fillRect/>
          </a:stretch>
        </p:blipFill>
        <p:spPr>
          <a:xfrm>
            <a:off x="1504964" y="504277"/>
            <a:ext cx="11402573" cy="687831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3D1DDCD-E3D3-497A-43FA-C3FE32C77725}"/>
              </a:ext>
            </a:extLst>
          </p:cNvPr>
          <p:cNvPicPr>
            <a:picLocks noChangeAspect="1"/>
          </p:cNvPicPr>
          <p:nvPr/>
        </p:nvPicPr>
        <p:blipFill>
          <a:blip r:embed="rId2"/>
          <a:stretch>
            <a:fillRect/>
          </a:stretch>
        </p:blipFill>
        <p:spPr>
          <a:xfrm>
            <a:off x="1475678" y="292664"/>
            <a:ext cx="11470888" cy="7644271"/>
          </a:xfrm>
          <a:prstGeom prst="rect">
            <a:avLst/>
          </a:prstGeom>
        </p:spPr>
      </p:pic>
    </p:spTree>
    <p:extLst>
      <p:ext uri="{BB962C8B-B14F-4D97-AF65-F5344CB8AC3E}">
        <p14:creationId xmlns:p14="http://schemas.microsoft.com/office/powerpoint/2010/main" val="21617929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BC60C3-A3D1-CF03-639E-F902F307B921}"/>
              </a:ext>
            </a:extLst>
          </p:cNvPr>
          <p:cNvPicPr>
            <a:picLocks noChangeAspect="1"/>
          </p:cNvPicPr>
          <p:nvPr/>
        </p:nvPicPr>
        <p:blipFill>
          <a:blip r:embed="rId2"/>
          <a:stretch>
            <a:fillRect/>
          </a:stretch>
        </p:blipFill>
        <p:spPr>
          <a:xfrm>
            <a:off x="1315844" y="176561"/>
            <a:ext cx="11814716" cy="7876478"/>
          </a:xfrm>
          <a:prstGeom prst="rect">
            <a:avLst/>
          </a:prstGeom>
        </p:spPr>
      </p:pic>
    </p:spTree>
    <p:extLst>
      <p:ext uri="{BB962C8B-B14F-4D97-AF65-F5344CB8AC3E}">
        <p14:creationId xmlns:p14="http://schemas.microsoft.com/office/powerpoint/2010/main" val="4097937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4" name="Text 2"/>
          <p:cNvSpPr/>
          <p:nvPr/>
        </p:nvSpPr>
        <p:spPr>
          <a:xfrm>
            <a:off x="947879" y="1142528"/>
            <a:ext cx="7448669" cy="540306"/>
          </a:xfrm>
          <a:prstGeom prst="rect">
            <a:avLst/>
          </a:prstGeom>
          <a:noFill/>
          <a:ln/>
        </p:spPr>
        <p:txBody>
          <a:bodyPr wrap="none" lIns="0" tIns="0" rIns="0" bIns="0" rtlCol="0" anchor="t"/>
          <a:lstStyle/>
          <a:p>
            <a:pPr marL="0" indent="0" algn="l">
              <a:lnSpc>
                <a:spcPts val="4250"/>
              </a:lnSpc>
              <a:buNone/>
            </a:pPr>
            <a:r>
              <a:rPr lang="en-US" sz="4800" dirty="0">
                <a:solidFill>
                  <a:srgbClr val="11220D"/>
                </a:solidFill>
                <a:latin typeface="Libre Baskerville" pitchFamily="34" charset="0"/>
              </a:rPr>
              <a:t>Conclusion</a:t>
            </a:r>
            <a:endParaRPr lang="en-US" sz="4800" dirty="0"/>
          </a:p>
        </p:txBody>
      </p:sp>
      <p:sp>
        <p:nvSpPr>
          <p:cNvPr id="17" name="Shape 12"/>
          <p:cNvSpPr/>
          <p:nvPr/>
        </p:nvSpPr>
        <p:spPr>
          <a:xfrm>
            <a:off x="487915" y="2122955"/>
            <a:ext cx="8589204" cy="5248001"/>
          </a:xfrm>
          <a:prstGeom prst="roundRect">
            <a:avLst>
              <a:gd name="adj" fmla="val 4805"/>
            </a:avLst>
          </a:prstGeom>
          <a:solidFill>
            <a:srgbClr val="228B22"/>
          </a:solidFill>
          <a:ln/>
        </p:spPr>
      </p:sp>
      <p:sp>
        <p:nvSpPr>
          <p:cNvPr id="24" name="TextBox 23">
            <a:extLst>
              <a:ext uri="{FF2B5EF4-FFF2-40B4-BE49-F238E27FC236}">
                <a16:creationId xmlns:a16="http://schemas.microsoft.com/office/drawing/2014/main" id="{D4B554E5-8428-63C5-34F5-DE5985EF101A}"/>
              </a:ext>
            </a:extLst>
          </p:cNvPr>
          <p:cNvSpPr txBox="1"/>
          <p:nvPr/>
        </p:nvSpPr>
        <p:spPr>
          <a:xfrm>
            <a:off x="747158" y="2585864"/>
            <a:ext cx="8329960" cy="4093428"/>
          </a:xfrm>
          <a:prstGeom prst="rect">
            <a:avLst/>
          </a:prstGeom>
          <a:noFill/>
        </p:spPr>
        <p:txBody>
          <a:bodyPr wrap="square" rtlCol="0">
            <a:spAutoFit/>
          </a:bodyPr>
          <a:lstStyle/>
          <a:p>
            <a:r>
              <a:rPr lang="en-IN" dirty="0"/>
              <a:t>→ </a:t>
            </a:r>
            <a:r>
              <a:rPr lang="en-IN" sz="2000" dirty="0">
                <a:latin typeface="Inter" panose="020B0604020202020204" charset="0"/>
                <a:ea typeface="Inter" panose="020B0604020202020204" charset="0"/>
              </a:rPr>
              <a:t>AI-</a:t>
            </a:r>
            <a:r>
              <a:rPr lang="en-IN" sz="2000" dirty="0" err="1">
                <a:latin typeface="Inter" panose="020B0604020202020204" charset="0"/>
                <a:ea typeface="Inter" panose="020B0604020202020204" charset="0"/>
              </a:rPr>
              <a:t>AgroBot</a:t>
            </a:r>
            <a:r>
              <a:rPr lang="en-IN" sz="2000" dirty="0">
                <a:latin typeface="Inter" panose="020B0604020202020204" charset="0"/>
                <a:ea typeface="Inter" panose="020B0604020202020204" charset="0"/>
              </a:rPr>
              <a:t> provides an intelligent and user-friendly agricultural assistance platform</a:t>
            </a:r>
            <a:br>
              <a:rPr lang="en-IN" sz="2000" dirty="0">
                <a:latin typeface="Inter" panose="020B0604020202020204" charset="0"/>
                <a:ea typeface="Inter" panose="020B0604020202020204" charset="0"/>
              </a:rPr>
            </a:br>
            <a:r>
              <a:rPr lang="en-IN" sz="2000" dirty="0">
                <a:latin typeface="Inter" panose="020B0604020202020204" charset="0"/>
                <a:ea typeface="Inter" panose="020B0604020202020204" charset="0"/>
              </a:rPr>
              <a:t>→ Uses NLP and AI to understand queries and generate context-aware responses</a:t>
            </a:r>
            <a:br>
              <a:rPr lang="en-IN" sz="2000" dirty="0">
                <a:latin typeface="Inter" panose="020B0604020202020204" charset="0"/>
                <a:ea typeface="Inter" panose="020B0604020202020204" charset="0"/>
              </a:rPr>
            </a:br>
            <a:r>
              <a:rPr lang="en-IN" sz="2000" dirty="0">
                <a:latin typeface="Inter" panose="020B0604020202020204" charset="0"/>
                <a:ea typeface="Inter" panose="020B0604020202020204" charset="0"/>
              </a:rPr>
              <a:t>→ Supports crop advisory, disease detection, market prices, and weather information</a:t>
            </a:r>
            <a:br>
              <a:rPr lang="en-IN" sz="2000" dirty="0">
                <a:latin typeface="Inter" panose="020B0604020202020204" charset="0"/>
                <a:ea typeface="Inter" panose="020B0604020202020204" charset="0"/>
              </a:rPr>
            </a:br>
            <a:r>
              <a:rPr lang="en-IN" sz="2000" dirty="0">
                <a:latin typeface="Inter" panose="020B0604020202020204" charset="0"/>
                <a:ea typeface="Inter" panose="020B0604020202020204" charset="0"/>
              </a:rPr>
              <a:t>→ Allows both text and image-based interaction for better usability</a:t>
            </a:r>
            <a:br>
              <a:rPr lang="en-IN" sz="2000" dirty="0">
                <a:latin typeface="Inter" panose="020B0604020202020204" charset="0"/>
                <a:ea typeface="Inter" panose="020B0604020202020204" charset="0"/>
              </a:rPr>
            </a:br>
            <a:r>
              <a:rPr lang="en-IN" sz="2000" dirty="0">
                <a:latin typeface="Inter" panose="020B0604020202020204" charset="0"/>
                <a:ea typeface="Inter" panose="020B0604020202020204" charset="0"/>
              </a:rPr>
              <a:t>→ Integrates additional modules like analytics, notifications, and admin management</a:t>
            </a:r>
            <a:br>
              <a:rPr lang="en-IN" sz="2000" dirty="0">
                <a:latin typeface="Inter" panose="020B0604020202020204" charset="0"/>
                <a:ea typeface="Inter" panose="020B0604020202020204" charset="0"/>
              </a:rPr>
            </a:br>
            <a:r>
              <a:rPr lang="en-IN" sz="2000" dirty="0">
                <a:latin typeface="Inter" panose="020B0604020202020204" charset="0"/>
                <a:ea typeface="Inter" panose="020B0604020202020204" charset="0"/>
              </a:rPr>
              <a:t>→ Stores data to improve system performance over time</a:t>
            </a:r>
            <a:br>
              <a:rPr lang="en-IN" sz="2000" dirty="0">
                <a:latin typeface="Inter" panose="020B0604020202020204" charset="0"/>
                <a:ea typeface="Inter" panose="020B0604020202020204" charset="0"/>
              </a:rPr>
            </a:br>
            <a:r>
              <a:rPr lang="en-IN" sz="2000" dirty="0">
                <a:latin typeface="Inter" panose="020B0604020202020204" charset="0"/>
                <a:ea typeface="Inter" panose="020B0604020202020204" charset="0"/>
              </a:rPr>
              <a:t>→ Helps farmers make better and informed decisions</a:t>
            </a:r>
            <a:br>
              <a:rPr lang="en-IN" sz="2000" dirty="0">
                <a:latin typeface="Inter" panose="020B0604020202020204" charset="0"/>
                <a:ea typeface="Inter" panose="020B0604020202020204" charset="0"/>
              </a:rPr>
            </a:br>
            <a:r>
              <a:rPr lang="en-IN" sz="2000" dirty="0">
                <a:latin typeface="Inter" panose="020B0604020202020204" charset="0"/>
                <a:ea typeface="Inter" panose="020B0604020202020204" charset="0"/>
              </a:rPr>
              <a:t>→ Enhances accessibility and efficiency in agricultural support systems</a:t>
            </a:r>
          </a:p>
        </p:txBody>
      </p:sp>
      <p:pic>
        <p:nvPicPr>
          <p:cNvPr id="5122" name="Picture 2" descr="Switching around the agricultural infrastructure, Goa stands agile  tendering 'Agricloud' digital platform">
            <a:extLst>
              <a:ext uri="{FF2B5EF4-FFF2-40B4-BE49-F238E27FC236}">
                <a16:creationId xmlns:a16="http://schemas.microsoft.com/office/drawing/2014/main" id="{30B10E4C-D52F-D730-3EA7-A9E82E0CB3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95604" y="1282534"/>
            <a:ext cx="4546881" cy="566453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923B0F8-39C7-E8DA-ACFC-8901FE604B09}"/>
              </a:ext>
            </a:extLst>
          </p:cNvPr>
          <p:cNvPicPr>
            <a:picLocks noChangeAspect="1"/>
          </p:cNvPicPr>
          <p:nvPr/>
        </p:nvPicPr>
        <p:blipFill>
          <a:blip r:embed="rId2"/>
          <a:stretch>
            <a:fillRect/>
          </a:stretch>
        </p:blipFill>
        <p:spPr>
          <a:xfrm>
            <a:off x="712648" y="1023731"/>
            <a:ext cx="5839157" cy="3391611"/>
          </a:xfrm>
          <a:prstGeom prst="rect">
            <a:avLst/>
          </a:prstGeom>
        </p:spPr>
      </p:pic>
      <p:pic>
        <p:nvPicPr>
          <p:cNvPr id="5" name="Picture 4">
            <a:extLst>
              <a:ext uri="{FF2B5EF4-FFF2-40B4-BE49-F238E27FC236}">
                <a16:creationId xmlns:a16="http://schemas.microsoft.com/office/drawing/2014/main" id="{9FFCFD0D-125B-3321-093B-148214298DD5}"/>
              </a:ext>
            </a:extLst>
          </p:cNvPr>
          <p:cNvPicPr>
            <a:picLocks noChangeAspect="1"/>
          </p:cNvPicPr>
          <p:nvPr/>
        </p:nvPicPr>
        <p:blipFill>
          <a:blip r:embed="rId3"/>
          <a:stretch>
            <a:fillRect/>
          </a:stretch>
        </p:blipFill>
        <p:spPr>
          <a:xfrm>
            <a:off x="7406187" y="901608"/>
            <a:ext cx="6629116" cy="3293252"/>
          </a:xfrm>
          <a:prstGeom prst="rect">
            <a:avLst/>
          </a:prstGeom>
        </p:spPr>
      </p:pic>
      <p:pic>
        <p:nvPicPr>
          <p:cNvPr id="7" name="Picture 6">
            <a:extLst>
              <a:ext uri="{FF2B5EF4-FFF2-40B4-BE49-F238E27FC236}">
                <a16:creationId xmlns:a16="http://schemas.microsoft.com/office/drawing/2014/main" id="{AE604F2D-1EEA-E959-D905-9B7EB232D160}"/>
              </a:ext>
            </a:extLst>
          </p:cNvPr>
          <p:cNvPicPr>
            <a:picLocks noChangeAspect="1"/>
          </p:cNvPicPr>
          <p:nvPr/>
        </p:nvPicPr>
        <p:blipFill>
          <a:blip r:embed="rId4"/>
          <a:stretch>
            <a:fillRect/>
          </a:stretch>
        </p:blipFill>
        <p:spPr>
          <a:xfrm>
            <a:off x="7406187" y="4668375"/>
            <a:ext cx="6377969" cy="3077150"/>
          </a:xfrm>
          <a:prstGeom prst="rect">
            <a:avLst/>
          </a:prstGeom>
        </p:spPr>
      </p:pic>
      <p:pic>
        <p:nvPicPr>
          <p:cNvPr id="9" name="Picture 8">
            <a:extLst>
              <a:ext uri="{FF2B5EF4-FFF2-40B4-BE49-F238E27FC236}">
                <a16:creationId xmlns:a16="http://schemas.microsoft.com/office/drawing/2014/main" id="{05E7ABDC-81BD-DE6F-39CB-DAB61FC93178}"/>
              </a:ext>
            </a:extLst>
          </p:cNvPr>
          <p:cNvPicPr>
            <a:picLocks noChangeAspect="1"/>
          </p:cNvPicPr>
          <p:nvPr/>
        </p:nvPicPr>
        <p:blipFill>
          <a:blip r:embed="rId5"/>
          <a:stretch>
            <a:fillRect/>
          </a:stretch>
        </p:blipFill>
        <p:spPr>
          <a:xfrm>
            <a:off x="517038" y="4739235"/>
            <a:ext cx="6230379" cy="3006290"/>
          </a:xfrm>
          <a:prstGeom prst="rect">
            <a:avLst/>
          </a:prstGeom>
        </p:spPr>
      </p:pic>
      <p:sp>
        <p:nvSpPr>
          <p:cNvPr id="10" name="TextBox 9">
            <a:extLst>
              <a:ext uri="{FF2B5EF4-FFF2-40B4-BE49-F238E27FC236}">
                <a16:creationId xmlns:a16="http://schemas.microsoft.com/office/drawing/2014/main" id="{5E37F1C8-08F0-DA9A-4953-27960EE55D58}"/>
              </a:ext>
            </a:extLst>
          </p:cNvPr>
          <p:cNvSpPr txBox="1"/>
          <p:nvPr/>
        </p:nvSpPr>
        <p:spPr>
          <a:xfrm>
            <a:off x="1006030" y="222465"/>
            <a:ext cx="3510214" cy="523220"/>
          </a:xfrm>
          <a:prstGeom prst="rect">
            <a:avLst/>
          </a:prstGeom>
          <a:noFill/>
        </p:spPr>
        <p:txBody>
          <a:bodyPr wrap="square" rtlCol="0">
            <a:spAutoFit/>
          </a:bodyPr>
          <a:lstStyle/>
          <a:p>
            <a:r>
              <a:rPr lang="en-IN" sz="2800" dirty="0">
                <a:latin typeface="Inter" panose="020B0604020202020204" charset="0"/>
                <a:ea typeface="Inter" panose="020B0604020202020204" charset="0"/>
              </a:rPr>
              <a:t>SAMPLE OUTPUTS</a:t>
            </a:r>
          </a:p>
        </p:txBody>
      </p:sp>
    </p:spTree>
    <p:extLst>
      <p:ext uri="{BB962C8B-B14F-4D97-AF65-F5344CB8AC3E}">
        <p14:creationId xmlns:p14="http://schemas.microsoft.com/office/powerpoint/2010/main" val="456362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1DFEB60C-D772-9C47-8C54-68F97F42D447}"/>
              </a:ext>
            </a:extLst>
          </p:cNvPr>
          <p:cNvSpPr txBox="1"/>
          <p:nvPr/>
        </p:nvSpPr>
        <p:spPr>
          <a:xfrm>
            <a:off x="3869474" y="3012171"/>
            <a:ext cx="7828156" cy="1200329"/>
          </a:xfrm>
          <a:prstGeom prst="rect">
            <a:avLst/>
          </a:prstGeom>
          <a:noFill/>
        </p:spPr>
        <p:txBody>
          <a:bodyPr wrap="square" rtlCol="0">
            <a:spAutoFit/>
          </a:bodyPr>
          <a:lstStyle/>
          <a:p>
            <a:r>
              <a:rPr lang="en-IN" sz="7200" dirty="0">
                <a:solidFill>
                  <a:schemeClr val="accent6">
                    <a:lumMod val="20000"/>
                    <a:lumOff val="80000"/>
                  </a:schemeClr>
                </a:solidFill>
                <a:latin typeface="Inter" panose="020B0604020202020204" charset="0"/>
                <a:ea typeface="Inter" panose="020B0604020202020204" charset="0"/>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264</TotalTime>
  <Words>293</Words>
  <Application>Microsoft Office PowerPoint</Application>
  <PresentationFormat>Custom</PresentationFormat>
  <Paragraphs>33</Paragraphs>
  <Slides>11</Slides>
  <Notes>8</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11</vt:i4>
      </vt:variant>
    </vt:vector>
  </HeadingPairs>
  <TitlesOfParts>
    <vt:vector size="21" baseType="lpstr">
      <vt:lpstr>Libre Baskerville</vt:lpstr>
      <vt:lpstr>Times New Roman</vt:lpstr>
      <vt:lpstr>Calibri</vt:lpstr>
      <vt:lpstr>Inter Bold</vt:lpstr>
      <vt:lpstr>Inter</vt:lpstr>
      <vt:lpstr>Calibri Light</vt:lpstr>
      <vt:lpstr>Arial</vt:lpstr>
      <vt:lpstr>Office Theme</vt:lpstr>
      <vt:lpstr>1_Custom Design</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Sanavi manem</dc:creator>
  <cp:lastModifiedBy>Sanavi manem</cp:lastModifiedBy>
  <cp:revision>2</cp:revision>
  <dcterms:created xsi:type="dcterms:W3CDTF">2026-03-23T12:37:13Z</dcterms:created>
  <dcterms:modified xsi:type="dcterms:W3CDTF">2026-04-03T13:32:48Z</dcterms:modified>
</cp:coreProperties>
</file>